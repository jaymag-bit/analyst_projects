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3.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4.xml" ContentType="application/vnd.openxmlformats-officedocument.theme+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941" r:id="rId1"/>
    <p:sldMasterId id="2147483942" r:id="rId2"/>
    <p:sldMasterId id="2147483943" r:id="rId3"/>
    <p:sldMasterId id="2147483944" r:id="rId4"/>
    <p:sldMasterId id="2147483945" r:id="rId5"/>
  </p:sldMasterIdLst>
  <p:notesMasterIdLst>
    <p:notesMasterId r:id="rId23"/>
  </p:notesMasterIdLst>
  <p:sldIdLst>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Lst>
  <p:sldSz cx="9144000" cy="5143500" type="screen16x9"/>
  <p:notesSz cx="6858000" cy="9144000"/>
  <p:embeddedFontLst>
    <p:embeddedFont>
      <p:font typeface="Nunito Light" pitchFamily="2" charset="0"/>
      <p:regular r:id="rId24"/>
      <p:italic r:id="rId25"/>
    </p:embeddedFont>
    <p:embeddedFont>
      <p:font typeface="Spinnaker" panose="020B0604020202020204" charset="0"/>
      <p:regular r:id="rId26"/>
    </p:embeddedFont>
    <p:embeddedFont>
      <p:font typeface="Unbounded" panose="020B0604020202020204" charset="0"/>
      <p:regular r:id="rId27"/>
      <p:bold r:id="rId28"/>
    </p:embeddedFont>
    <p:embeddedFont>
      <p:font typeface="Unbounded ExtraBold" panose="020B0604020202020204" charset="0"/>
      <p:bold r:id="rId29"/>
    </p:embeddedFont>
    <p:embeddedFont>
      <p:font typeface="Unbounded SemiBold" panose="020B0604020202020204" charset="0"/>
      <p:regular r:id="rId30"/>
      <p:bold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7BE00EA-FF9C-4525-83ED-70FDE4E5B2CA}">
  <a:tblStyle styleId="{57BE00EA-FF9C-4525-83ED-70FDE4E5B2C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10DF86F2-66AA-4474-A45C-2BBFC7E5AF1F}"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51319" autoAdjust="0"/>
  </p:normalViewPr>
  <p:slideViewPr>
    <p:cSldViewPr snapToGrid="0">
      <p:cViewPr varScale="1">
        <p:scale>
          <a:sx n="75" d="100"/>
          <a:sy n="75" d="100"/>
        </p:scale>
        <p:origin x="2634"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font" Target="fonts/font3.fntdata"/><Relationship Id="rId3" Type="http://schemas.openxmlformats.org/officeDocument/2006/relationships/slideMaster" Target="slideMasters/slideMaster3.xml"/><Relationship Id="rId21" Type="http://schemas.openxmlformats.org/officeDocument/2006/relationships/slide" Target="slides/slide16.xml"/><Relationship Id="rId34"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font" Target="fonts/font2.fntdata"/><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font" Target="fonts/font1.fntdata"/><Relationship Id="rId32"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font" Target="fonts/font8.fntdata"/><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ableStyles" Target="tableStyles.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3"/>
        <p:cNvGrpSpPr/>
        <p:nvPr/>
      </p:nvGrpSpPr>
      <p:grpSpPr>
        <a:xfrm>
          <a:off x="0" y="0"/>
          <a:ext cx="0" cy="0"/>
          <a:chOff x="0" y="0"/>
          <a:chExt cx="0" cy="0"/>
        </a:xfrm>
      </p:grpSpPr>
      <p:sp>
        <p:nvSpPr>
          <p:cNvPr id="4504" name="Google Shape;4504;g3a8ec9e9130_0_8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05" name="Google Shape;4505;g3a8ec9e9130_0_8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5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2"/>
        <p:cNvGrpSpPr/>
        <p:nvPr/>
      </p:nvGrpSpPr>
      <p:grpSpPr>
        <a:xfrm>
          <a:off x="0" y="0"/>
          <a:ext cx="0" cy="0"/>
          <a:chOff x="0" y="0"/>
          <a:chExt cx="0" cy="0"/>
        </a:xfrm>
      </p:grpSpPr>
      <p:sp>
        <p:nvSpPr>
          <p:cNvPr id="4513" name="Google Shape;4513;g3a8ec9e9130_0_2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14" name="Google Shape;4514;g3a8ec9e9130_0_2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5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1"/>
        <p:cNvGrpSpPr/>
        <p:nvPr/>
      </p:nvGrpSpPr>
      <p:grpSpPr>
        <a:xfrm>
          <a:off x="0" y="0"/>
          <a:ext cx="0" cy="0"/>
          <a:chOff x="0" y="0"/>
          <a:chExt cx="0" cy="0"/>
        </a:xfrm>
      </p:grpSpPr>
      <p:sp>
        <p:nvSpPr>
          <p:cNvPr id="4522" name="Google Shape;4522;g3a8ec9e9130_0_3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23" name="Google Shape;4523;g3a8ec9e9130_0_3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endParaRPr dirty="0">
              <a:solidFill>
                <a:schemeClr val="dk1"/>
              </a:solidFill>
            </a:endParaRPr>
          </a:p>
          <a:p>
            <a:pPr marL="0" lvl="0" indent="0" algn="l" rtl="0">
              <a:lnSpc>
                <a:spcPct val="115000"/>
              </a:lnSpc>
              <a:spcBef>
                <a:spcPts val="1200"/>
              </a:spcBef>
              <a:spcAft>
                <a:spcPts val="0"/>
              </a:spcAft>
              <a:buNone/>
            </a:pPr>
            <a:endParaRPr dirty="0">
              <a:solidFill>
                <a:schemeClr val="dk1"/>
              </a:solidFill>
            </a:endParaRPr>
          </a:p>
          <a:p>
            <a:pPr marL="0" lvl="0" indent="0" algn="l" rtl="0">
              <a:spcBef>
                <a:spcPts val="120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0"/>
        <p:cNvGrpSpPr/>
        <p:nvPr/>
      </p:nvGrpSpPr>
      <p:grpSpPr>
        <a:xfrm>
          <a:off x="0" y="0"/>
          <a:ext cx="0" cy="0"/>
          <a:chOff x="0" y="0"/>
          <a:chExt cx="0" cy="0"/>
        </a:xfrm>
      </p:grpSpPr>
      <p:sp>
        <p:nvSpPr>
          <p:cNvPr id="4531" name="Google Shape;4531;g3a8ec9e9130_0_55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2" name="Google Shape;4532;g3a8ec9e9130_0_55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8"/>
        <p:cNvGrpSpPr/>
        <p:nvPr/>
      </p:nvGrpSpPr>
      <p:grpSpPr>
        <a:xfrm>
          <a:off x="0" y="0"/>
          <a:ext cx="0" cy="0"/>
          <a:chOff x="0" y="0"/>
          <a:chExt cx="0" cy="0"/>
        </a:xfrm>
      </p:grpSpPr>
      <p:sp>
        <p:nvSpPr>
          <p:cNvPr id="4549" name="Google Shape;4549;g3a8ec9e9130_0_55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0" name="Google Shape;4550;g3a8ec9e9130_0_55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5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8"/>
        <p:cNvGrpSpPr/>
        <p:nvPr/>
      </p:nvGrpSpPr>
      <p:grpSpPr>
        <a:xfrm>
          <a:off x="0" y="0"/>
          <a:ext cx="0" cy="0"/>
          <a:chOff x="0" y="0"/>
          <a:chExt cx="0" cy="0"/>
        </a:xfrm>
      </p:grpSpPr>
      <p:sp>
        <p:nvSpPr>
          <p:cNvPr id="4569" name="Google Shape;4569;g3a9e046dc20_0_15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0" name="Google Shape;4570;g3a9e046dc20_0_15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5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5"/>
        <p:cNvGrpSpPr/>
        <p:nvPr/>
      </p:nvGrpSpPr>
      <p:grpSpPr>
        <a:xfrm>
          <a:off x="0" y="0"/>
          <a:ext cx="0" cy="0"/>
          <a:chOff x="0" y="0"/>
          <a:chExt cx="0" cy="0"/>
        </a:xfrm>
      </p:grpSpPr>
      <p:sp>
        <p:nvSpPr>
          <p:cNvPr id="4586" name="Google Shape;4586;g3a8ec9e9130_0_42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7" name="Google Shape;4587;g3a8ec9e9130_0_4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3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1"/>
        <p:cNvGrpSpPr/>
        <p:nvPr/>
      </p:nvGrpSpPr>
      <p:grpSpPr>
        <a:xfrm>
          <a:off x="0" y="0"/>
          <a:ext cx="0" cy="0"/>
          <a:chOff x="0" y="0"/>
          <a:chExt cx="0" cy="0"/>
        </a:xfrm>
      </p:grpSpPr>
      <p:sp>
        <p:nvSpPr>
          <p:cNvPr id="4602" name="Google Shape;4602;g3a9e046dc20_0_20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3" name="Google Shape;4603;g3a9e046dc20_0_20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3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2"/>
        <p:cNvGrpSpPr/>
        <p:nvPr/>
      </p:nvGrpSpPr>
      <p:grpSpPr>
        <a:xfrm>
          <a:off x="0" y="0"/>
          <a:ext cx="0" cy="0"/>
          <a:chOff x="0" y="0"/>
          <a:chExt cx="0" cy="0"/>
        </a:xfrm>
      </p:grpSpPr>
      <p:sp>
        <p:nvSpPr>
          <p:cNvPr id="4613" name="Google Shape;4613;g3ad7070cff3_1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14" name="Google Shape;4614;g3ad7070cff3_1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30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1"/>
        <p:cNvGrpSpPr/>
        <p:nvPr/>
      </p:nvGrpSpPr>
      <p:grpSpPr>
        <a:xfrm>
          <a:off x="0" y="0"/>
          <a:ext cx="0" cy="0"/>
          <a:chOff x="0" y="0"/>
          <a:chExt cx="0" cy="0"/>
        </a:xfrm>
      </p:grpSpPr>
      <p:sp>
        <p:nvSpPr>
          <p:cNvPr id="4622" name="Google Shape;4622;g3a8ec9e9130_0_55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23" name="Google Shape;4623;g3a8ec9e9130_0_55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30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1"/>
        <p:cNvGrpSpPr/>
        <p:nvPr/>
      </p:nvGrpSpPr>
      <p:grpSpPr>
        <a:xfrm>
          <a:off x="0" y="0"/>
          <a:ext cx="0" cy="0"/>
          <a:chOff x="0" y="0"/>
          <a:chExt cx="0" cy="0"/>
        </a:xfrm>
      </p:grpSpPr>
      <p:sp>
        <p:nvSpPr>
          <p:cNvPr id="4632" name="Google Shape;4632;g3a9e046dc20_0_4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3" name="Google Shape;4633;g3a9e046dc20_0_4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2"/>
        <p:cNvGrpSpPr/>
        <p:nvPr/>
      </p:nvGrpSpPr>
      <p:grpSpPr>
        <a:xfrm>
          <a:off x="0" y="0"/>
          <a:ext cx="0" cy="0"/>
          <a:chOff x="0" y="0"/>
          <a:chExt cx="0" cy="0"/>
        </a:xfrm>
      </p:grpSpPr>
      <p:sp>
        <p:nvSpPr>
          <p:cNvPr id="4643" name="Google Shape;4643;g3ab7775f881_0_8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4" name="Google Shape;4644;g3ab7775f881_0_8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9"/>
        <p:cNvGrpSpPr/>
        <p:nvPr/>
      </p:nvGrpSpPr>
      <p:grpSpPr>
        <a:xfrm>
          <a:off x="0" y="0"/>
          <a:ext cx="0" cy="0"/>
          <a:chOff x="0" y="0"/>
          <a:chExt cx="0" cy="0"/>
        </a:xfrm>
      </p:grpSpPr>
      <p:sp>
        <p:nvSpPr>
          <p:cNvPr id="4650" name="Google Shape;4650;g3ab7775f881_0_8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1" name="Google Shape;4651;g3ab7775f881_0_8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6"/>
        <p:cNvGrpSpPr/>
        <p:nvPr/>
      </p:nvGrpSpPr>
      <p:grpSpPr>
        <a:xfrm>
          <a:off x="0" y="0"/>
          <a:ext cx="0" cy="0"/>
          <a:chOff x="0" y="0"/>
          <a:chExt cx="0" cy="0"/>
        </a:xfrm>
      </p:grpSpPr>
      <p:sp>
        <p:nvSpPr>
          <p:cNvPr id="4657" name="Google Shape;4657;g3ad320c1a73_6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8" name="Google Shape;4658;g3ad320c1a73_6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3"/>
        <p:cNvGrpSpPr/>
        <p:nvPr/>
      </p:nvGrpSpPr>
      <p:grpSpPr>
        <a:xfrm>
          <a:off x="0" y="0"/>
          <a:ext cx="0" cy="0"/>
          <a:chOff x="0" y="0"/>
          <a:chExt cx="0" cy="0"/>
        </a:xfrm>
      </p:grpSpPr>
      <p:sp>
        <p:nvSpPr>
          <p:cNvPr id="4664" name="Google Shape;4664;g3ad320c1a73_6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65" name="Google Shape;4665;g3ad320c1a73_6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2"/>
        <p:cNvGrpSpPr/>
        <p:nvPr/>
      </p:nvGrpSpPr>
      <p:grpSpPr>
        <a:xfrm>
          <a:off x="0" y="0"/>
          <a:ext cx="0" cy="0"/>
          <a:chOff x="0" y="0"/>
          <a:chExt cx="0" cy="0"/>
        </a:xfrm>
      </p:grpSpPr>
      <p:sp>
        <p:nvSpPr>
          <p:cNvPr id="4673" name="Google Shape;4673;g3ad7070cff3_2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4" name="Google Shape;4674;g3ad7070cff3_2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9"/>
        <p:cNvGrpSpPr/>
        <p:nvPr/>
      </p:nvGrpSpPr>
      <p:grpSpPr>
        <a:xfrm>
          <a:off x="0" y="0"/>
          <a:ext cx="0" cy="0"/>
          <a:chOff x="0" y="0"/>
          <a:chExt cx="0" cy="0"/>
        </a:xfrm>
      </p:grpSpPr>
      <p:sp>
        <p:nvSpPr>
          <p:cNvPr id="4680" name="Google Shape;4680;g3ad7070cff3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81" name="Google Shape;4681;g3ad7070cff3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2.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 Id="rId5" Type="http://schemas.openxmlformats.org/officeDocument/2006/relationships/image" Target="../media/image7.png"/><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 Id="rId6" Type="http://schemas.openxmlformats.org/officeDocument/2006/relationships/image" Target="../media/image4.png"/><Relationship Id="rId5" Type="http://schemas.openxmlformats.org/officeDocument/2006/relationships/image" Target="../media/image5.png"/><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 Id="rId5" Type="http://schemas.openxmlformats.org/officeDocument/2006/relationships/image" Target="../media/image7.png"/><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2.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 Id="rId5" Type="http://schemas.openxmlformats.org/officeDocument/2006/relationships/image" Target="../media/image7.png"/><Relationship Id="rId4"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39.xml.rels><?xml version="1.0" encoding="UTF-8" standalone="yes"?>
<Relationships xmlns="http://schemas.openxmlformats.org/package/2006/relationships"><Relationship Id="rId8" Type="http://schemas.openxmlformats.org/officeDocument/2006/relationships/hyperlink" Target="http://bit.ly/2TyoMsr" TargetMode="External"/><Relationship Id="rId3" Type="http://schemas.openxmlformats.org/officeDocument/2006/relationships/image" Target="../media/image5.png"/><Relationship Id="rId7" Type="http://schemas.openxmlformats.org/officeDocument/2006/relationships/hyperlink" Target="https://bit.ly/3A1uf1Q" TargetMode="External"/><Relationship Id="rId2" Type="http://schemas.openxmlformats.org/officeDocument/2006/relationships/image" Target="../media/image1.jpg"/><Relationship Id="rId1" Type="http://schemas.openxmlformats.org/officeDocument/2006/relationships/slideMaster" Target="../slideMasters/slideMaster2.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4.png"/><Relationship Id="rId9" Type="http://schemas.openxmlformats.org/officeDocument/2006/relationships/hyperlink" Target="http://bit.ly/2TtBDfr" TargetMode="Externa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3.xml"/><Relationship Id="rId5" Type="http://schemas.openxmlformats.org/officeDocument/2006/relationships/image" Target="../media/image7.png"/><Relationship Id="rId4" Type="http://schemas.openxmlformats.org/officeDocument/2006/relationships/image" Target="../media/image3.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3.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3.xml"/><Relationship Id="rId6" Type="http://schemas.openxmlformats.org/officeDocument/2006/relationships/image" Target="../media/image4.png"/><Relationship Id="rId5" Type="http://schemas.openxmlformats.org/officeDocument/2006/relationships/image" Target="../media/image5.png"/><Relationship Id="rId4" Type="http://schemas.openxmlformats.org/officeDocument/2006/relationships/image" Target="../media/image3.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3.xml"/><Relationship Id="rId5" Type="http://schemas.openxmlformats.org/officeDocument/2006/relationships/image" Target="../media/image7.png"/><Relationship Id="rId4" Type="http://schemas.openxmlformats.org/officeDocument/2006/relationships/image" Target="../media/image3.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3.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3.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4.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3.xml"/><Relationship Id="rId4" Type="http://schemas.openxmlformats.org/officeDocument/2006/relationships/image" Target="../media/image7.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3.xml"/><Relationship Id="rId5" Type="http://schemas.openxmlformats.org/officeDocument/2006/relationships/image" Target="../media/image7.png"/><Relationship Id="rId4" Type="http://schemas.openxmlformats.org/officeDocument/2006/relationships/image" Target="../media/image3.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3.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3.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3.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3.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3.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66.xml.rels><?xml version="1.0" encoding="UTF-8" standalone="yes"?>
<Relationships xmlns="http://schemas.openxmlformats.org/package/2006/relationships"><Relationship Id="rId8" Type="http://schemas.openxmlformats.org/officeDocument/2006/relationships/hyperlink" Target="http://bit.ly/2TyoMsr" TargetMode="External"/><Relationship Id="rId3" Type="http://schemas.openxmlformats.org/officeDocument/2006/relationships/image" Target="../media/image5.png"/><Relationship Id="rId7" Type="http://schemas.openxmlformats.org/officeDocument/2006/relationships/hyperlink" Target="https://bit.ly/3A1uf1Q" TargetMode="External"/><Relationship Id="rId2" Type="http://schemas.openxmlformats.org/officeDocument/2006/relationships/image" Target="../media/image1.jpg"/><Relationship Id="rId1" Type="http://schemas.openxmlformats.org/officeDocument/2006/relationships/slideMaster" Target="../slideMasters/slideMaster3.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4.png"/><Relationship Id="rId9" Type="http://schemas.openxmlformats.org/officeDocument/2006/relationships/hyperlink" Target="http://bit.ly/2TtBDfr" TargetMode="Externa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4.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4.pn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4.xml"/><Relationship Id="rId5" Type="http://schemas.openxmlformats.org/officeDocument/2006/relationships/image" Target="../media/image7.png"/><Relationship Id="rId4" Type="http://schemas.openxmlformats.org/officeDocument/2006/relationships/image" Target="../media/image3.pn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4.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4.xml"/><Relationship Id="rId6" Type="http://schemas.openxmlformats.org/officeDocument/2006/relationships/image" Target="../media/image4.png"/><Relationship Id="rId5" Type="http://schemas.openxmlformats.org/officeDocument/2006/relationships/image" Target="../media/image5.png"/><Relationship Id="rId4" Type="http://schemas.openxmlformats.org/officeDocument/2006/relationships/image" Target="../media/image3.pn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4.xml"/><Relationship Id="rId5" Type="http://schemas.openxmlformats.org/officeDocument/2006/relationships/image" Target="../media/image7.png"/><Relationship Id="rId4" Type="http://schemas.openxmlformats.org/officeDocument/2006/relationships/image" Target="../media/image3.pn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4.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4.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4.png"/></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4.xml"/><Relationship Id="rId4" Type="http://schemas.openxmlformats.org/officeDocument/2006/relationships/image" Target="../media/image7.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4.xml"/><Relationship Id="rId5" Type="http://schemas.openxmlformats.org/officeDocument/2006/relationships/image" Target="../media/image7.png"/><Relationship Id="rId4" Type="http://schemas.openxmlformats.org/officeDocument/2006/relationships/image" Target="../media/image3.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4.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4.xml"/><Relationship Id="rId4" Type="http://schemas.openxmlformats.org/officeDocument/2006/relationships/image" Target="../media/image3.png"/></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4.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4.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4.xml"/><Relationship Id="rId4" Type="http://schemas.openxmlformats.org/officeDocument/2006/relationships/image" Target="../media/image3.png"/></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4.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4.xml"/><Relationship Id="rId4" Type="http://schemas.openxmlformats.org/officeDocument/2006/relationships/image" Target="../media/image3.png"/></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4.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4.xml"/><Relationship Id="rId4" Type="http://schemas.openxmlformats.org/officeDocument/2006/relationships/image" Target="../media/image3.png"/></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4.xml"/><Relationship Id="rId4" Type="http://schemas.openxmlformats.org/officeDocument/2006/relationships/image" Target="../media/image3.png"/></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4.xml"/><Relationship Id="rId4" Type="http://schemas.openxmlformats.org/officeDocument/2006/relationships/image" Target="../media/image3.png"/></Relationships>
</file>

<file path=ppt/slideLayouts/_rels/slideLayout94.xml.rels><?xml version="1.0" encoding="UTF-8" standalone="yes"?>
<Relationships xmlns="http://schemas.openxmlformats.org/package/2006/relationships"><Relationship Id="rId8" Type="http://schemas.openxmlformats.org/officeDocument/2006/relationships/hyperlink" Target="http://bit.ly/2TyoMsr" TargetMode="External"/><Relationship Id="rId3" Type="http://schemas.openxmlformats.org/officeDocument/2006/relationships/image" Target="../media/image5.png"/><Relationship Id="rId7" Type="http://schemas.openxmlformats.org/officeDocument/2006/relationships/hyperlink" Target="https://bit.ly/3A1uf1Q" TargetMode="External"/><Relationship Id="rId2" Type="http://schemas.openxmlformats.org/officeDocument/2006/relationships/image" Target="../media/image1.jpg"/><Relationship Id="rId1" Type="http://schemas.openxmlformats.org/officeDocument/2006/relationships/slideMaster" Target="../slideMasters/slideMaster4.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4.png"/><Relationship Id="rId9" Type="http://schemas.openxmlformats.org/officeDocument/2006/relationships/hyperlink" Target="http://bit.ly/2TtBDfr" TargetMode="Externa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5.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4.png"/></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5.xml"/><Relationship Id="rId5" Type="http://schemas.openxmlformats.org/officeDocument/2006/relationships/image" Target="../media/image7.png"/><Relationship Id="rId4" Type="http://schemas.openxmlformats.org/officeDocument/2006/relationships/image" Target="../media/image3.png"/></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5.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5.xml"/><Relationship Id="rId6" Type="http://schemas.openxmlformats.org/officeDocument/2006/relationships/image" Target="../media/image4.png"/><Relationship Id="rId5" Type="http://schemas.openxmlformats.org/officeDocument/2006/relationships/image" Target="../media/image5.png"/><Relationship Id="rId4" Type="http://schemas.openxmlformats.org/officeDocument/2006/relationships/image" Target="../media/image3.png"/></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5.xml"/><Relationship Id="rId5" Type="http://schemas.openxmlformats.org/officeDocument/2006/relationships/image" Target="../media/image7.png"/><Relationship Id="rId4" Type="http://schemas.openxmlformats.org/officeDocument/2006/relationships/image" Target="../media/image3.png"/></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5.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5.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4.png"/></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5.xml"/><Relationship Id="rId4" Type="http://schemas.openxmlformats.org/officeDocument/2006/relationships/image" Target="../media/image7.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5.xml"/><Relationship Id="rId5" Type="http://schemas.openxmlformats.org/officeDocument/2006/relationships/image" Target="../media/image7.png"/><Relationship Id="rId4" Type="http://schemas.openxmlformats.org/officeDocument/2006/relationships/image" Target="../media/image3.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5.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5.xml"/><Relationship Id="rId4" Type="http://schemas.openxmlformats.org/officeDocument/2006/relationships/image" Target="../media/image3.png"/></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5.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5.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5.xml"/><Relationship Id="rId4" Type="http://schemas.openxmlformats.org/officeDocument/2006/relationships/image" Target="../media/image3.png"/></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5.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5.xml"/><Relationship Id="rId4" Type="http://schemas.openxmlformats.org/officeDocument/2006/relationships/image" Target="../media/image3.png"/></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5.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5.xml"/><Relationship Id="rId4" Type="http://schemas.openxmlformats.org/officeDocument/2006/relationships/image" Target="../media/image3.png"/></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5.xml"/><Relationship Id="rId4" Type="http://schemas.openxmlformats.org/officeDocument/2006/relationships/image" Target="../media/image3.png"/></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5.xml"/><Relationship Id="rId4" Type="http://schemas.openxmlformats.org/officeDocument/2006/relationships/image" Target="../media/image3.png"/></Relationships>
</file>

<file path=ppt/slideLayouts/_rels/slideLayout122.xml.rels><?xml version="1.0" encoding="UTF-8" standalone="yes"?>
<Relationships xmlns="http://schemas.openxmlformats.org/package/2006/relationships"><Relationship Id="rId8" Type="http://schemas.openxmlformats.org/officeDocument/2006/relationships/hyperlink" Target="http://bit.ly/2TyoMsr" TargetMode="External"/><Relationship Id="rId3" Type="http://schemas.openxmlformats.org/officeDocument/2006/relationships/image" Target="../media/image5.png"/><Relationship Id="rId7" Type="http://schemas.openxmlformats.org/officeDocument/2006/relationships/hyperlink" Target="https://bit.ly/3A1uf1Q" TargetMode="External"/><Relationship Id="rId2" Type="http://schemas.openxmlformats.org/officeDocument/2006/relationships/image" Target="../media/image1.jpg"/><Relationship Id="rId1" Type="http://schemas.openxmlformats.org/officeDocument/2006/relationships/slideMaster" Target="../slideMasters/slideMaster5.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4.png"/><Relationship Id="rId9" Type="http://schemas.openxmlformats.org/officeDocument/2006/relationships/hyperlink" Target="http://bit.ly/2TtBDfr" TargetMode="Externa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50"/>
        <p:cNvGrpSpPr/>
        <p:nvPr/>
      </p:nvGrpSpPr>
      <p:grpSpPr>
        <a:xfrm>
          <a:off x="0" y="0"/>
          <a:ext cx="0" cy="0"/>
          <a:chOff x="0" y="0"/>
          <a:chExt cx="0" cy="0"/>
        </a:xfrm>
      </p:grpSpPr>
      <p:pic>
        <p:nvPicPr>
          <p:cNvPr id="51" name="Google Shape;51;p13"/>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52" name="Google Shape;52;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3" name="Google Shape;53;p13"/>
          <p:cNvSpPr txBox="1">
            <a:spLocks noGrp="1"/>
          </p:cNvSpPr>
          <p:nvPr>
            <p:ph type="subTitle" idx="1"/>
          </p:nvPr>
        </p:nvSpPr>
        <p:spPr>
          <a:xfrm>
            <a:off x="4850130" y="1874500"/>
            <a:ext cx="3479700" cy="1839000"/>
          </a:xfrm>
          <a:prstGeom prst="rect">
            <a:avLst/>
          </a:prstGeom>
        </p:spPr>
        <p:txBody>
          <a:bodyPr spcFirstLastPara="1" wrap="square" lIns="91425" tIns="91425" rIns="91425" bIns="91425" anchor="t" anchorCtr="0">
            <a:normAutofit/>
          </a:bodyPr>
          <a:lstStyle>
            <a:lvl1pPr lvl="0">
              <a:spcBef>
                <a:spcPts val="0"/>
              </a:spcBef>
              <a:spcAft>
                <a:spcPts val="0"/>
              </a:spcAft>
              <a:buSzPts val="18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4" name="Google Shape;54;p13"/>
          <p:cNvSpPr txBox="1">
            <a:spLocks noGrp="1"/>
          </p:cNvSpPr>
          <p:nvPr>
            <p:ph type="subTitle" idx="2"/>
          </p:nvPr>
        </p:nvSpPr>
        <p:spPr>
          <a:xfrm>
            <a:off x="814175" y="1874500"/>
            <a:ext cx="3479700" cy="1839000"/>
          </a:xfrm>
          <a:prstGeom prst="rect">
            <a:avLst/>
          </a:prstGeom>
        </p:spPr>
        <p:txBody>
          <a:bodyPr spcFirstLastPara="1" wrap="square" lIns="91425" tIns="91425" rIns="91425" bIns="91425" anchor="t" anchorCtr="0">
            <a:normAutofit/>
          </a:bodyPr>
          <a:lstStyle>
            <a:lvl1pPr lvl="0">
              <a:spcBef>
                <a:spcPts val="0"/>
              </a:spcBef>
              <a:spcAft>
                <a:spcPts val="0"/>
              </a:spcAft>
              <a:buSzPts val="18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55" name="Google Shape;55;p13"/>
          <p:cNvGrpSpPr/>
          <p:nvPr/>
        </p:nvGrpSpPr>
        <p:grpSpPr>
          <a:xfrm>
            <a:off x="275000" y="0"/>
            <a:ext cx="9374500" cy="5748850"/>
            <a:chOff x="275000" y="0"/>
            <a:chExt cx="9374500" cy="5748850"/>
          </a:xfrm>
        </p:grpSpPr>
        <p:sp>
          <p:nvSpPr>
            <p:cNvPr id="56" name="Google Shape;56;p13"/>
            <p:cNvSpPr/>
            <p:nvPr/>
          </p:nvSpPr>
          <p:spPr>
            <a:xfrm rot="-5400000" flipH="1">
              <a:off x="6729150" y="3132475"/>
              <a:ext cx="8151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57" name="Google Shape;57;p13"/>
            <p:cNvSpPr/>
            <p:nvPr/>
          </p:nvSpPr>
          <p:spPr>
            <a:xfrm flipH="1">
              <a:off x="275000" y="4543750"/>
              <a:ext cx="1205100" cy="1205100"/>
            </a:xfrm>
            <a:prstGeom prst="blockArc">
              <a:avLst>
                <a:gd name="adj1" fmla="val 10800000"/>
                <a:gd name="adj2" fmla="val 93824"/>
                <a:gd name="adj3" fmla="val 198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58" name="Google Shape;58;p13"/>
            <p:cNvSpPr/>
            <p:nvPr/>
          </p:nvSpPr>
          <p:spPr>
            <a:xfrm rot="10800000" flipH="1">
              <a:off x="8648400" y="0"/>
              <a:ext cx="1001100" cy="2325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59" name="Google Shape;59;p13"/>
          <p:cNvGrpSpPr/>
          <p:nvPr/>
        </p:nvGrpSpPr>
        <p:grpSpPr>
          <a:xfrm>
            <a:off x="2" y="156617"/>
            <a:ext cx="9088698" cy="4882915"/>
            <a:chOff x="2" y="156617"/>
            <a:chExt cx="9088698" cy="4882915"/>
          </a:xfrm>
        </p:grpSpPr>
        <p:grpSp>
          <p:nvGrpSpPr>
            <p:cNvPr id="60" name="Google Shape;60;p13"/>
            <p:cNvGrpSpPr/>
            <p:nvPr/>
          </p:nvGrpSpPr>
          <p:grpSpPr>
            <a:xfrm>
              <a:off x="2" y="156617"/>
              <a:ext cx="719987" cy="944360"/>
              <a:chOff x="2" y="156617"/>
              <a:chExt cx="719987" cy="944360"/>
            </a:xfrm>
          </p:grpSpPr>
          <p:pic>
            <p:nvPicPr>
              <p:cNvPr id="61" name="Google Shape;61;p13"/>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62" name="Google Shape;62;p13"/>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nvGrpSpPr>
            <p:cNvPr id="63" name="Google Shape;63;p13"/>
            <p:cNvGrpSpPr/>
            <p:nvPr/>
          </p:nvGrpSpPr>
          <p:grpSpPr>
            <a:xfrm>
              <a:off x="7986262" y="4462366"/>
              <a:ext cx="1102438" cy="577167"/>
              <a:chOff x="359837" y="4401391"/>
              <a:chExt cx="1102438" cy="577167"/>
            </a:xfrm>
          </p:grpSpPr>
          <p:pic>
            <p:nvPicPr>
              <p:cNvPr id="64" name="Google Shape;64;p13"/>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65" name="Google Shape;65;p13"/>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sp>
        <p:nvSpPr>
          <p:cNvPr id="66" name="Google Shape;66;p1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67"/>
        <p:cNvGrpSpPr/>
        <p:nvPr/>
      </p:nvGrpSpPr>
      <p:grpSpPr>
        <a:xfrm>
          <a:off x="0" y="0"/>
          <a:ext cx="0" cy="0"/>
          <a:chOff x="0" y="0"/>
          <a:chExt cx="0" cy="0"/>
        </a:xfrm>
      </p:grpSpPr>
      <p:pic>
        <p:nvPicPr>
          <p:cNvPr id="68" name="Google Shape;68;p14"/>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69" name="Google Shape;69;p14"/>
          <p:cNvSpPr txBox="1">
            <a:spLocks noGrp="1"/>
          </p:cNvSpPr>
          <p:nvPr>
            <p:ph type="title"/>
          </p:nvPr>
        </p:nvSpPr>
        <p:spPr>
          <a:xfrm>
            <a:off x="900325" y="1526875"/>
            <a:ext cx="3051900" cy="1063200"/>
          </a:xfrm>
          <a:prstGeom prst="rect">
            <a:avLst/>
          </a:prstGeom>
        </p:spPr>
        <p:txBody>
          <a:bodyPr spcFirstLastPara="1" wrap="square" lIns="91425" tIns="91425" rIns="91425" bIns="91425" anchor="b"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0" name="Google Shape;70;p14"/>
          <p:cNvSpPr txBox="1">
            <a:spLocks noGrp="1"/>
          </p:cNvSpPr>
          <p:nvPr>
            <p:ph type="subTitle" idx="1"/>
          </p:nvPr>
        </p:nvSpPr>
        <p:spPr>
          <a:xfrm>
            <a:off x="900325" y="2590075"/>
            <a:ext cx="3051900" cy="991800"/>
          </a:xfrm>
          <a:prstGeom prst="rect">
            <a:avLst/>
          </a:prstGeom>
        </p:spPr>
        <p:txBody>
          <a:bodyPr spcFirstLastPara="1" wrap="square" lIns="91425" tIns="91425" rIns="91425" bIns="91425" anchor="t" anchorCtr="0">
            <a:normAutofit/>
          </a:bodyPr>
          <a:lstStyle>
            <a:lvl1pPr lvl="0">
              <a:spcBef>
                <a:spcPts val="0"/>
              </a:spcBef>
              <a:spcAft>
                <a:spcPts val="0"/>
              </a:spcAft>
              <a:buSzPts val="18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71" name="Google Shape;71;p14"/>
          <p:cNvGrpSpPr/>
          <p:nvPr/>
        </p:nvGrpSpPr>
        <p:grpSpPr>
          <a:xfrm>
            <a:off x="0" y="-859375"/>
            <a:ext cx="9755475" cy="6421100"/>
            <a:chOff x="0" y="-859375"/>
            <a:chExt cx="9755475" cy="6421100"/>
          </a:xfrm>
        </p:grpSpPr>
        <p:sp>
          <p:nvSpPr>
            <p:cNvPr id="72" name="Google Shape;72;p14"/>
            <p:cNvSpPr/>
            <p:nvPr/>
          </p:nvSpPr>
          <p:spPr>
            <a:xfrm rot="-5400000" flipH="1">
              <a:off x="6721950" y="3139675"/>
              <a:ext cx="8295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73" name="Google Shape;73;p14"/>
            <p:cNvGrpSpPr/>
            <p:nvPr/>
          </p:nvGrpSpPr>
          <p:grpSpPr>
            <a:xfrm flipH="1">
              <a:off x="0" y="-859375"/>
              <a:ext cx="2489300" cy="1740000"/>
              <a:chOff x="6148925" y="-872075"/>
              <a:chExt cx="2489300" cy="1740000"/>
            </a:xfrm>
          </p:grpSpPr>
          <p:sp>
            <p:nvSpPr>
              <p:cNvPr id="74" name="Google Shape;74;p14"/>
              <p:cNvSpPr/>
              <p:nvPr/>
            </p:nvSpPr>
            <p:spPr>
              <a:xfrm>
                <a:off x="6898225" y="-872075"/>
                <a:ext cx="1740000" cy="1740000"/>
              </a:xfrm>
              <a:prstGeom prst="pie">
                <a:avLst>
                  <a:gd name="adj1" fmla="val 0"/>
                  <a:gd name="adj2" fmla="val 1080014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75" name="Google Shape;75;p14"/>
              <p:cNvSpPr/>
              <p:nvPr/>
            </p:nvSpPr>
            <p:spPr>
              <a:xfrm rot="10800000">
                <a:off x="6148925" y="-604625"/>
                <a:ext cx="1205100" cy="1205100"/>
              </a:xfrm>
              <a:prstGeom prst="blockArc">
                <a:avLst>
                  <a:gd name="adj1" fmla="val 10800000"/>
                  <a:gd name="adj2" fmla="val 108721"/>
                  <a:gd name="adj3" fmla="val 22117"/>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76" name="Google Shape;76;p14"/>
            <p:cNvSpPr/>
            <p:nvPr/>
          </p:nvSpPr>
          <p:spPr>
            <a:xfrm rot="-5400000" flipH="1">
              <a:off x="8550375" y="893450"/>
              <a:ext cx="1205100" cy="1205100"/>
            </a:xfrm>
            <a:prstGeom prst="blockArc">
              <a:avLst>
                <a:gd name="adj1" fmla="val 10800000"/>
                <a:gd name="adj2" fmla="val 93824"/>
                <a:gd name="adj3" fmla="val 198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77" name="Google Shape;77;p1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2"/>
        <p:cNvGrpSpPr/>
        <p:nvPr/>
      </p:nvGrpSpPr>
      <p:grpSpPr>
        <a:xfrm>
          <a:off x="0" y="0"/>
          <a:ext cx="0" cy="0"/>
          <a:chOff x="0" y="0"/>
          <a:chExt cx="0" cy="0"/>
        </a:xfrm>
      </p:grpSpPr>
      <p:pic>
        <p:nvPicPr>
          <p:cNvPr id="83" name="Google Shape;83;p16"/>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84" name="Google Shape;84;p16"/>
          <p:cNvSpPr txBox="1">
            <a:spLocks noGrp="1"/>
          </p:cNvSpPr>
          <p:nvPr>
            <p:ph type="ctrTitle"/>
          </p:nvPr>
        </p:nvSpPr>
        <p:spPr>
          <a:xfrm>
            <a:off x="1670700" y="1367062"/>
            <a:ext cx="5802600" cy="2011200"/>
          </a:xfrm>
          <a:prstGeom prst="rect">
            <a:avLst/>
          </a:prstGeom>
        </p:spPr>
        <p:txBody>
          <a:bodyPr spcFirstLastPara="1" wrap="square" lIns="91425" tIns="91425" rIns="91425" bIns="91425" anchor="b" anchorCtr="0">
            <a:noAutofit/>
          </a:bodyPr>
          <a:lstStyle>
            <a:lvl1pPr lvl="0" algn="ctr">
              <a:lnSpc>
                <a:spcPct val="105000"/>
              </a:lnSpc>
              <a:spcBef>
                <a:spcPts val="0"/>
              </a:spcBef>
              <a:spcAft>
                <a:spcPts val="0"/>
              </a:spcAft>
              <a:buClr>
                <a:srgbClr val="191919"/>
              </a:buClr>
              <a:buSzPts val="4200"/>
              <a:buNone/>
              <a:defRPr sz="4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85" name="Google Shape;85;p16"/>
          <p:cNvSpPr txBox="1">
            <a:spLocks noGrp="1"/>
          </p:cNvSpPr>
          <p:nvPr>
            <p:ph type="subTitle" idx="1"/>
          </p:nvPr>
        </p:nvSpPr>
        <p:spPr>
          <a:xfrm>
            <a:off x="1670700" y="3602688"/>
            <a:ext cx="5802600" cy="252000"/>
          </a:xfrm>
          <a:prstGeom prst="rect">
            <a:avLst/>
          </a:prstGeom>
          <a:noFill/>
          <a:ln>
            <a:noFill/>
          </a:ln>
        </p:spPr>
        <p:txBody>
          <a:bodyPr spcFirstLastPara="1" wrap="square" lIns="91425" tIns="91425" rIns="91425" bIns="91425" anchor="ctr" anchorCtr="0">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86" name="Google Shape;86;p16"/>
          <p:cNvGrpSpPr/>
          <p:nvPr/>
        </p:nvGrpSpPr>
        <p:grpSpPr>
          <a:xfrm>
            <a:off x="-421050" y="-872075"/>
            <a:ext cx="10524450" cy="6436800"/>
            <a:chOff x="-421050" y="-872075"/>
            <a:chExt cx="10524450" cy="6436800"/>
          </a:xfrm>
        </p:grpSpPr>
        <p:sp>
          <p:nvSpPr>
            <p:cNvPr id="87" name="Google Shape;87;p16"/>
            <p:cNvSpPr/>
            <p:nvPr/>
          </p:nvSpPr>
          <p:spPr>
            <a:xfrm rot="10800000">
              <a:off x="-421050" y="0"/>
              <a:ext cx="916800" cy="2325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88" name="Google Shape;88;p16"/>
            <p:cNvGrpSpPr/>
            <p:nvPr/>
          </p:nvGrpSpPr>
          <p:grpSpPr>
            <a:xfrm>
              <a:off x="6148925" y="-872075"/>
              <a:ext cx="2489300" cy="1740000"/>
              <a:chOff x="6148925" y="-872075"/>
              <a:chExt cx="2489300" cy="1740000"/>
            </a:xfrm>
          </p:grpSpPr>
          <p:sp>
            <p:nvSpPr>
              <p:cNvPr id="89" name="Google Shape;89;p16"/>
              <p:cNvSpPr/>
              <p:nvPr/>
            </p:nvSpPr>
            <p:spPr>
              <a:xfrm>
                <a:off x="6898225" y="-872075"/>
                <a:ext cx="1740000" cy="1740000"/>
              </a:xfrm>
              <a:prstGeom prst="pie">
                <a:avLst>
                  <a:gd name="adj1" fmla="val 0"/>
                  <a:gd name="adj2" fmla="val 1080014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90" name="Google Shape;90;p16"/>
              <p:cNvSpPr/>
              <p:nvPr/>
            </p:nvSpPr>
            <p:spPr>
              <a:xfrm rot="10800000">
                <a:off x="6148925" y="-604625"/>
                <a:ext cx="1205100" cy="1205100"/>
              </a:xfrm>
              <a:prstGeom prst="blockArc">
                <a:avLst>
                  <a:gd name="adj1" fmla="val 10800000"/>
                  <a:gd name="adj2" fmla="val 108721"/>
                  <a:gd name="adj3" fmla="val 22117"/>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91" name="Google Shape;91;p16"/>
            <p:cNvSpPr/>
            <p:nvPr/>
          </p:nvSpPr>
          <p:spPr>
            <a:xfrm rot="5400000">
              <a:off x="1591200" y="3141175"/>
              <a:ext cx="8325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92" name="Google Shape;92;p16"/>
            <p:cNvSpPr/>
            <p:nvPr/>
          </p:nvSpPr>
          <p:spPr>
            <a:xfrm rot="-5400000">
              <a:off x="8206500" y="2779250"/>
              <a:ext cx="1896900" cy="1896900"/>
            </a:xfrm>
            <a:prstGeom prst="blockArc">
              <a:avLst>
                <a:gd name="adj1" fmla="val 10800000"/>
                <a:gd name="adj2" fmla="val 21539247"/>
                <a:gd name="adj3" fmla="val 17334"/>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93" name="Google Shape;93;p16"/>
          <p:cNvGrpSpPr/>
          <p:nvPr/>
        </p:nvGrpSpPr>
        <p:grpSpPr>
          <a:xfrm>
            <a:off x="-148218" y="81904"/>
            <a:ext cx="10251619" cy="5069347"/>
            <a:chOff x="-148218" y="81904"/>
            <a:chExt cx="10251619" cy="5069347"/>
          </a:xfrm>
        </p:grpSpPr>
        <p:pic>
          <p:nvPicPr>
            <p:cNvPr id="94" name="Google Shape;94;p16"/>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dist="47625" dir="5400000" algn="bl" rotWithShape="0">
                <a:schemeClr val="dk1">
                  <a:alpha val="37000"/>
                </a:schemeClr>
              </a:outerShdw>
            </a:effectLst>
          </p:spPr>
        </p:pic>
        <p:grpSp>
          <p:nvGrpSpPr>
            <p:cNvPr id="95" name="Google Shape;95;p16"/>
            <p:cNvGrpSpPr/>
            <p:nvPr/>
          </p:nvGrpSpPr>
          <p:grpSpPr>
            <a:xfrm>
              <a:off x="359837" y="4401391"/>
              <a:ext cx="1102438" cy="577167"/>
              <a:chOff x="359837" y="4401391"/>
              <a:chExt cx="1102438" cy="577167"/>
            </a:xfrm>
          </p:grpSpPr>
          <p:pic>
            <p:nvPicPr>
              <p:cNvPr id="96" name="Google Shape;96;p16"/>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97" name="Google Shape;97;p16"/>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nvGrpSpPr>
            <p:cNvPr id="98" name="Google Shape;98;p16"/>
            <p:cNvGrpSpPr/>
            <p:nvPr/>
          </p:nvGrpSpPr>
          <p:grpSpPr>
            <a:xfrm>
              <a:off x="-148218" y="81904"/>
              <a:ext cx="1188426" cy="1227668"/>
              <a:chOff x="-7843" y="83454"/>
              <a:chExt cx="1188426" cy="1227668"/>
            </a:xfrm>
          </p:grpSpPr>
          <p:pic>
            <p:nvPicPr>
              <p:cNvPr id="99" name="Google Shape;99;p16"/>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dist="19050" dir="5400000" algn="bl" rotWithShape="0">
                  <a:schemeClr val="dk1">
                    <a:alpha val="67000"/>
                  </a:schemeClr>
                </a:outerShdw>
              </a:effectLst>
            </p:spPr>
          </p:pic>
          <p:pic>
            <p:nvPicPr>
              <p:cNvPr id="100" name="Google Shape;100;p16"/>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dist="19050" dir="5400000" algn="bl" rotWithShape="0">
                  <a:schemeClr val="dk1">
                    <a:alpha val="67000"/>
                  </a:schemeClr>
                </a:outerShdw>
              </a:effectLst>
            </p:spPr>
          </p:pic>
          <p:pic>
            <p:nvPicPr>
              <p:cNvPr id="101" name="Google Shape;101;p16"/>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dist="19050" dir="5400000" algn="bl" rotWithShape="0">
                  <a:schemeClr val="dk1">
                    <a:alpha val="67000"/>
                  </a:schemeClr>
                </a:outerShdw>
              </a:effectLst>
            </p:spPr>
          </p:pic>
        </p:grpSp>
      </p:grpSp>
      <p:sp>
        <p:nvSpPr>
          <p:cNvPr id="102" name="Google Shape;102;p16"/>
          <p:cNvSpPr txBox="1">
            <a:spLocks noGrp="1"/>
          </p:cNvSpPr>
          <p:nvPr>
            <p:ph type="sldNum" idx="12"/>
          </p:nvPr>
        </p:nvSpPr>
        <p:spPr>
          <a:xfrm>
            <a:off x="8430734" y="445026"/>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3"/>
        <p:cNvGrpSpPr/>
        <p:nvPr/>
      </p:nvGrpSpPr>
      <p:grpSpPr>
        <a:xfrm>
          <a:off x="0" y="0"/>
          <a:ext cx="0" cy="0"/>
          <a:chOff x="0" y="0"/>
          <a:chExt cx="0" cy="0"/>
        </a:xfrm>
      </p:grpSpPr>
      <p:pic>
        <p:nvPicPr>
          <p:cNvPr id="104" name="Google Shape;104;p17"/>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05" name="Google Shape;105;p17"/>
          <p:cNvSpPr txBox="1">
            <a:spLocks noGrp="1"/>
          </p:cNvSpPr>
          <p:nvPr>
            <p:ph type="title"/>
          </p:nvPr>
        </p:nvSpPr>
        <p:spPr>
          <a:xfrm>
            <a:off x="1564350" y="2292350"/>
            <a:ext cx="6015300" cy="811200"/>
          </a:xfrm>
          <a:prstGeom prst="rect">
            <a:avLst/>
          </a:prstGeom>
        </p:spPr>
        <p:txBody>
          <a:bodyPr spcFirstLastPara="1" wrap="square" lIns="91425" tIns="91425" rIns="91425" bIns="91425" anchor="t" anchorCtr="0">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06" name="Google Shape;106;p17"/>
          <p:cNvSpPr txBox="1">
            <a:spLocks noGrp="1"/>
          </p:cNvSpPr>
          <p:nvPr>
            <p:ph type="title" idx="2" hasCustomPrompt="1"/>
          </p:nvPr>
        </p:nvSpPr>
        <p:spPr>
          <a:xfrm>
            <a:off x="3838800" y="1130300"/>
            <a:ext cx="1466400" cy="811200"/>
          </a:xfrm>
          <a:prstGeom prst="rect">
            <a:avLst/>
          </a:prstGeom>
          <a:solidFill>
            <a:schemeClr val="dk2"/>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a:spcBef>
                <a:spcPts val="0"/>
              </a:spcBef>
              <a:spcAft>
                <a:spcPts val="0"/>
              </a:spcAft>
              <a:buSzPts val="5000"/>
              <a:buNone/>
              <a:defRPr sz="5000"/>
            </a:lvl1pPr>
            <a:lvl2pPr lvl="1" algn="ctr">
              <a:spcBef>
                <a:spcPts val="0"/>
              </a:spcBef>
              <a:spcAft>
                <a:spcPts val="0"/>
              </a:spcAft>
              <a:buClr>
                <a:schemeClr val="lt1"/>
              </a:buClr>
              <a:buSzPts val="5000"/>
              <a:buNone/>
              <a:defRPr sz="5000">
                <a:solidFill>
                  <a:schemeClr val="lt1"/>
                </a:solidFill>
              </a:defRPr>
            </a:lvl2pPr>
            <a:lvl3pPr lvl="2" algn="ctr">
              <a:spcBef>
                <a:spcPts val="0"/>
              </a:spcBef>
              <a:spcAft>
                <a:spcPts val="0"/>
              </a:spcAft>
              <a:buClr>
                <a:schemeClr val="lt1"/>
              </a:buClr>
              <a:buSzPts val="5000"/>
              <a:buNone/>
              <a:defRPr sz="5000">
                <a:solidFill>
                  <a:schemeClr val="lt1"/>
                </a:solidFill>
              </a:defRPr>
            </a:lvl3pPr>
            <a:lvl4pPr lvl="3" algn="ctr">
              <a:spcBef>
                <a:spcPts val="0"/>
              </a:spcBef>
              <a:spcAft>
                <a:spcPts val="0"/>
              </a:spcAft>
              <a:buClr>
                <a:schemeClr val="lt1"/>
              </a:buClr>
              <a:buSzPts val="5000"/>
              <a:buNone/>
              <a:defRPr sz="5000">
                <a:solidFill>
                  <a:schemeClr val="lt1"/>
                </a:solidFill>
              </a:defRPr>
            </a:lvl4pPr>
            <a:lvl5pPr lvl="4" algn="ctr">
              <a:spcBef>
                <a:spcPts val="0"/>
              </a:spcBef>
              <a:spcAft>
                <a:spcPts val="0"/>
              </a:spcAft>
              <a:buClr>
                <a:schemeClr val="lt1"/>
              </a:buClr>
              <a:buSzPts val="5000"/>
              <a:buNone/>
              <a:defRPr sz="5000">
                <a:solidFill>
                  <a:schemeClr val="lt1"/>
                </a:solidFill>
              </a:defRPr>
            </a:lvl5pPr>
            <a:lvl6pPr lvl="5" algn="ctr">
              <a:spcBef>
                <a:spcPts val="0"/>
              </a:spcBef>
              <a:spcAft>
                <a:spcPts val="0"/>
              </a:spcAft>
              <a:buClr>
                <a:schemeClr val="lt1"/>
              </a:buClr>
              <a:buSzPts val="5000"/>
              <a:buNone/>
              <a:defRPr sz="5000">
                <a:solidFill>
                  <a:schemeClr val="lt1"/>
                </a:solidFill>
              </a:defRPr>
            </a:lvl6pPr>
            <a:lvl7pPr lvl="6" algn="ctr">
              <a:spcBef>
                <a:spcPts val="0"/>
              </a:spcBef>
              <a:spcAft>
                <a:spcPts val="0"/>
              </a:spcAft>
              <a:buClr>
                <a:schemeClr val="lt1"/>
              </a:buClr>
              <a:buSzPts val="5000"/>
              <a:buNone/>
              <a:defRPr sz="5000">
                <a:solidFill>
                  <a:schemeClr val="lt1"/>
                </a:solidFill>
              </a:defRPr>
            </a:lvl7pPr>
            <a:lvl8pPr lvl="7" algn="ctr">
              <a:spcBef>
                <a:spcPts val="0"/>
              </a:spcBef>
              <a:spcAft>
                <a:spcPts val="0"/>
              </a:spcAft>
              <a:buClr>
                <a:schemeClr val="lt1"/>
              </a:buClr>
              <a:buSzPts val="5000"/>
              <a:buNone/>
              <a:defRPr sz="5000">
                <a:solidFill>
                  <a:schemeClr val="lt1"/>
                </a:solidFill>
              </a:defRPr>
            </a:lvl8pPr>
            <a:lvl9pPr lvl="8" algn="ctr">
              <a:spcBef>
                <a:spcPts val="0"/>
              </a:spcBef>
              <a:spcAft>
                <a:spcPts val="0"/>
              </a:spcAft>
              <a:buClr>
                <a:schemeClr val="lt1"/>
              </a:buClr>
              <a:buSzPts val="5000"/>
              <a:buNone/>
              <a:defRPr sz="5000">
                <a:solidFill>
                  <a:schemeClr val="lt1"/>
                </a:solidFill>
              </a:defRPr>
            </a:lvl9pPr>
          </a:lstStyle>
          <a:p>
            <a:r>
              <a:t>xx%</a:t>
            </a:r>
          </a:p>
        </p:txBody>
      </p:sp>
      <p:sp>
        <p:nvSpPr>
          <p:cNvPr id="107" name="Google Shape;107;p17"/>
          <p:cNvSpPr txBox="1">
            <a:spLocks noGrp="1"/>
          </p:cNvSpPr>
          <p:nvPr>
            <p:ph type="subTitle" idx="1"/>
          </p:nvPr>
        </p:nvSpPr>
        <p:spPr>
          <a:xfrm>
            <a:off x="1564350" y="3303575"/>
            <a:ext cx="6015300" cy="3750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108" name="Google Shape;108;p17"/>
          <p:cNvGrpSpPr/>
          <p:nvPr/>
        </p:nvGrpSpPr>
        <p:grpSpPr>
          <a:xfrm>
            <a:off x="8206512" y="4230524"/>
            <a:ext cx="848365" cy="950159"/>
            <a:chOff x="41662" y="277999"/>
            <a:chExt cx="848365" cy="950159"/>
          </a:xfrm>
        </p:grpSpPr>
        <p:pic>
          <p:nvPicPr>
            <p:cNvPr id="109" name="Google Shape;109;p17"/>
            <p:cNvPicPr preferRelativeResize="0"/>
            <p:nvPr/>
          </p:nvPicPr>
          <p:blipFill>
            <a:blip r:embed="rId3">
              <a:alphaModFix/>
            </a:blip>
            <a:stretch>
              <a:fillRect/>
            </a:stretch>
          </p:blipFill>
          <p:spPr>
            <a:xfrm rot="-1083129" flipH="1">
              <a:off x="101303" y="652430"/>
              <a:ext cx="646323" cy="487587"/>
            </a:xfrm>
            <a:prstGeom prst="rect">
              <a:avLst/>
            </a:prstGeom>
            <a:noFill/>
            <a:ln>
              <a:noFill/>
            </a:ln>
            <a:effectLst>
              <a:outerShdw blurRad="57150" dist="19050" dir="5400000" algn="bl" rotWithShape="0">
                <a:schemeClr val="dk1">
                  <a:alpha val="50000"/>
                </a:schemeClr>
              </a:outerShdw>
            </a:effectLst>
          </p:spPr>
        </p:pic>
        <p:pic>
          <p:nvPicPr>
            <p:cNvPr id="110" name="Google Shape;110;p17"/>
            <p:cNvPicPr preferRelativeResize="0"/>
            <p:nvPr/>
          </p:nvPicPr>
          <p:blipFill>
            <a:blip r:embed="rId3">
              <a:alphaModFix/>
            </a:blip>
            <a:stretch>
              <a:fillRect/>
            </a:stretch>
          </p:blipFill>
          <p:spPr>
            <a:xfrm rot="-5826171" flipH="1">
              <a:off x="570466" y="412512"/>
              <a:ext cx="341359" cy="257531"/>
            </a:xfrm>
            <a:prstGeom prst="rect">
              <a:avLst/>
            </a:prstGeom>
            <a:noFill/>
            <a:ln>
              <a:noFill/>
            </a:ln>
            <a:effectLst>
              <a:outerShdw blurRad="57150" dist="19050" dir="5400000" algn="bl" rotWithShape="0">
                <a:schemeClr val="dk1">
                  <a:alpha val="50000"/>
                </a:schemeClr>
              </a:outerShdw>
            </a:effectLst>
          </p:spPr>
        </p:pic>
        <p:pic>
          <p:nvPicPr>
            <p:cNvPr id="111" name="Google Shape;111;p17"/>
            <p:cNvPicPr preferRelativeResize="0"/>
            <p:nvPr/>
          </p:nvPicPr>
          <p:blipFill>
            <a:blip r:embed="rId4">
              <a:alphaModFix/>
            </a:blip>
            <a:stretch>
              <a:fillRect/>
            </a:stretch>
          </p:blipFill>
          <p:spPr>
            <a:xfrm rot="-8300824" flipH="1">
              <a:off x="200914" y="402080"/>
              <a:ext cx="447091" cy="193739"/>
            </a:xfrm>
            <a:prstGeom prst="rect">
              <a:avLst/>
            </a:prstGeom>
            <a:noFill/>
            <a:ln>
              <a:noFill/>
            </a:ln>
            <a:effectLst>
              <a:outerShdw blurRad="57150" dist="19050" dir="5400000" algn="bl" rotWithShape="0">
                <a:schemeClr val="dk1">
                  <a:alpha val="50000"/>
                </a:schemeClr>
              </a:outerShdw>
            </a:effectLst>
          </p:spPr>
        </p:pic>
      </p:grpSp>
      <p:pic>
        <p:nvPicPr>
          <p:cNvPr id="112" name="Google Shape;112;p17"/>
          <p:cNvPicPr preferRelativeResize="0"/>
          <p:nvPr/>
        </p:nvPicPr>
        <p:blipFill>
          <a:blip r:embed="rId5">
            <a:alphaModFix/>
          </a:blip>
          <a:stretch>
            <a:fillRect/>
          </a:stretch>
        </p:blipFill>
        <p:spPr>
          <a:xfrm>
            <a:off x="-63488" y="2838714"/>
            <a:ext cx="1292850" cy="2334673"/>
          </a:xfrm>
          <a:prstGeom prst="rect">
            <a:avLst/>
          </a:prstGeom>
          <a:noFill/>
          <a:ln>
            <a:noFill/>
          </a:ln>
          <a:effectLst>
            <a:outerShdw blurRad="57150" dist="19050" dir="5400000" algn="bl" rotWithShape="0">
              <a:schemeClr val="dk1">
                <a:alpha val="50000"/>
              </a:schemeClr>
            </a:outerShdw>
          </a:effectLst>
        </p:spPr>
      </p:pic>
      <p:grpSp>
        <p:nvGrpSpPr>
          <p:cNvPr id="113" name="Google Shape;113;p17"/>
          <p:cNvGrpSpPr/>
          <p:nvPr/>
        </p:nvGrpSpPr>
        <p:grpSpPr>
          <a:xfrm>
            <a:off x="-601700" y="-872075"/>
            <a:ext cx="10705100" cy="5548225"/>
            <a:chOff x="-601700" y="-872075"/>
            <a:chExt cx="10705100" cy="5548225"/>
          </a:xfrm>
        </p:grpSpPr>
        <p:sp>
          <p:nvSpPr>
            <p:cNvPr id="114" name="Google Shape;114;p17"/>
            <p:cNvSpPr/>
            <p:nvPr/>
          </p:nvSpPr>
          <p:spPr>
            <a:xfrm rot="-5400000">
              <a:off x="8206500" y="2779250"/>
              <a:ext cx="1896900" cy="1896900"/>
            </a:xfrm>
            <a:prstGeom prst="blockArc">
              <a:avLst>
                <a:gd name="adj1" fmla="val 10800000"/>
                <a:gd name="adj2" fmla="val 21596677"/>
                <a:gd name="adj3" fmla="val 11819"/>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115" name="Google Shape;115;p17"/>
            <p:cNvGrpSpPr/>
            <p:nvPr/>
          </p:nvGrpSpPr>
          <p:grpSpPr>
            <a:xfrm rot="5400000">
              <a:off x="-2006450" y="1404750"/>
              <a:ext cx="4014600" cy="1205100"/>
              <a:chOff x="150" y="4543750"/>
              <a:chExt cx="4014600" cy="1205100"/>
            </a:xfrm>
          </p:grpSpPr>
          <p:sp>
            <p:nvSpPr>
              <p:cNvPr id="116" name="Google Shape;116;p17"/>
              <p:cNvSpPr/>
              <p:nvPr/>
            </p:nvSpPr>
            <p:spPr>
              <a:xfrm rot="5400000">
                <a:off x="1622250" y="3110125"/>
                <a:ext cx="7704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17" name="Google Shape;117;p17"/>
              <p:cNvSpPr/>
              <p:nvPr/>
            </p:nvSpPr>
            <p:spPr>
              <a:xfrm>
                <a:off x="262475" y="4543750"/>
                <a:ext cx="1205100" cy="1205100"/>
              </a:xfrm>
              <a:prstGeom prst="blockArc">
                <a:avLst>
                  <a:gd name="adj1" fmla="val 10800000"/>
                  <a:gd name="adj2" fmla="val 93824"/>
                  <a:gd name="adj3" fmla="val 19896"/>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118" name="Google Shape;118;p17"/>
            <p:cNvGrpSpPr/>
            <p:nvPr/>
          </p:nvGrpSpPr>
          <p:grpSpPr>
            <a:xfrm>
              <a:off x="6148925" y="-872075"/>
              <a:ext cx="2489300" cy="1740000"/>
              <a:chOff x="6148925" y="-872075"/>
              <a:chExt cx="2489300" cy="1740000"/>
            </a:xfrm>
          </p:grpSpPr>
          <p:sp>
            <p:nvSpPr>
              <p:cNvPr id="119" name="Google Shape;119;p17"/>
              <p:cNvSpPr/>
              <p:nvPr/>
            </p:nvSpPr>
            <p:spPr>
              <a:xfrm>
                <a:off x="6898225" y="-872075"/>
                <a:ext cx="1740000" cy="1740000"/>
              </a:xfrm>
              <a:prstGeom prst="pie">
                <a:avLst>
                  <a:gd name="adj1" fmla="val 0"/>
                  <a:gd name="adj2" fmla="val 1080014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20" name="Google Shape;120;p17"/>
              <p:cNvSpPr/>
              <p:nvPr/>
            </p:nvSpPr>
            <p:spPr>
              <a:xfrm rot="10800000">
                <a:off x="6148925" y="-604625"/>
                <a:ext cx="1205100" cy="1205100"/>
              </a:xfrm>
              <a:prstGeom prst="blockArc">
                <a:avLst>
                  <a:gd name="adj1" fmla="val 10800000"/>
                  <a:gd name="adj2" fmla="val 108721"/>
                  <a:gd name="adj3" fmla="val 22117"/>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sp>
        <p:nvSpPr>
          <p:cNvPr id="121" name="Google Shape;121;p17"/>
          <p:cNvSpPr txBox="1">
            <a:spLocks noGrp="1"/>
          </p:cNvSpPr>
          <p:nvPr>
            <p:ph type="sldNum" idx="12"/>
          </p:nvPr>
        </p:nvSpPr>
        <p:spPr>
          <a:xfrm>
            <a:off x="8430734" y="445026"/>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22"/>
        <p:cNvGrpSpPr/>
        <p:nvPr/>
      </p:nvGrpSpPr>
      <p:grpSpPr>
        <a:xfrm>
          <a:off x="0" y="0"/>
          <a:ext cx="0" cy="0"/>
          <a:chOff x="0" y="0"/>
          <a:chExt cx="0" cy="0"/>
        </a:xfrm>
      </p:grpSpPr>
      <p:pic>
        <p:nvPicPr>
          <p:cNvPr id="123" name="Google Shape;123;p18"/>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24" name="Google Shape;124;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25" name="Google Shape;125;p18"/>
          <p:cNvSpPr txBox="1">
            <a:spLocks noGrp="1"/>
          </p:cNvSpPr>
          <p:nvPr>
            <p:ph type="body" idx="1"/>
          </p:nvPr>
        </p:nvSpPr>
        <p:spPr>
          <a:xfrm>
            <a:off x="720000" y="1158338"/>
            <a:ext cx="7150200" cy="3185700"/>
          </a:xfrm>
          <a:prstGeom prst="rect">
            <a:avLst/>
          </a:prstGeom>
        </p:spPr>
        <p:txBody>
          <a:bodyPr spcFirstLastPara="1" wrap="square" lIns="91425" tIns="91425" rIns="91425" bIns="91425" anchor="t" anchorCtr="0">
            <a:noAutofit/>
          </a:bodyPr>
          <a:lstStyle>
            <a:lvl1pPr marL="457200" lvl="0" indent="-317500">
              <a:lnSpc>
                <a:spcPct val="115000"/>
              </a:lnSpc>
              <a:spcBef>
                <a:spcPts val="0"/>
              </a:spcBef>
              <a:spcAft>
                <a:spcPts val="0"/>
              </a:spcAft>
              <a:buSzPts val="1400"/>
              <a:buFont typeface="Nunito Light"/>
              <a:buChar char="●"/>
              <a:defRPr/>
            </a:lvl1pPr>
            <a:lvl2pPr marL="914400" lvl="1" indent="-317500">
              <a:lnSpc>
                <a:spcPct val="115000"/>
              </a:lnSpc>
              <a:spcBef>
                <a:spcPts val="0"/>
              </a:spcBef>
              <a:spcAft>
                <a:spcPts val="0"/>
              </a:spcAft>
              <a:buSzPts val="1400"/>
              <a:buFont typeface="Nunito Light"/>
              <a:buChar char="○"/>
              <a:defRPr/>
            </a:lvl2pPr>
            <a:lvl3pPr marL="1371600" lvl="2" indent="-317500">
              <a:lnSpc>
                <a:spcPct val="115000"/>
              </a:lnSpc>
              <a:spcBef>
                <a:spcPts val="0"/>
              </a:spcBef>
              <a:spcAft>
                <a:spcPts val="0"/>
              </a:spcAft>
              <a:buSzPts val="1400"/>
              <a:buFont typeface="Nunito Light"/>
              <a:buChar char="■"/>
              <a:defRPr/>
            </a:lvl3pPr>
            <a:lvl4pPr marL="1828800" lvl="3" indent="-317500">
              <a:lnSpc>
                <a:spcPct val="115000"/>
              </a:lnSpc>
              <a:spcBef>
                <a:spcPts val="0"/>
              </a:spcBef>
              <a:spcAft>
                <a:spcPts val="0"/>
              </a:spcAft>
              <a:buSzPts val="1400"/>
              <a:buFont typeface="Nunito Light"/>
              <a:buChar char="●"/>
              <a:defRPr/>
            </a:lvl4pPr>
            <a:lvl5pPr marL="2286000" lvl="4" indent="-317500">
              <a:lnSpc>
                <a:spcPct val="115000"/>
              </a:lnSpc>
              <a:spcBef>
                <a:spcPts val="0"/>
              </a:spcBef>
              <a:spcAft>
                <a:spcPts val="0"/>
              </a:spcAft>
              <a:buSzPts val="1400"/>
              <a:buFont typeface="Nunito Light"/>
              <a:buChar char="○"/>
              <a:defRPr/>
            </a:lvl5pPr>
            <a:lvl6pPr marL="2743200" lvl="5" indent="-317500">
              <a:lnSpc>
                <a:spcPct val="115000"/>
              </a:lnSpc>
              <a:spcBef>
                <a:spcPts val="0"/>
              </a:spcBef>
              <a:spcAft>
                <a:spcPts val="0"/>
              </a:spcAft>
              <a:buSzPts val="1400"/>
              <a:buFont typeface="Nunito Light"/>
              <a:buChar char="■"/>
              <a:defRPr/>
            </a:lvl6pPr>
            <a:lvl7pPr marL="3200400" lvl="6" indent="-317500">
              <a:lnSpc>
                <a:spcPct val="115000"/>
              </a:lnSpc>
              <a:spcBef>
                <a:spcPts val="0"/>
              </a:spcBef>
              <a:spcAft>
                <a:spcPts val="0"/>
              </a:spcAft>
              <a:buSzPts val="1400"/>
              <a:buFont typeface="Nunito Light"/>
              <a:buChar char="●"/>
              <a:defRPr/>
            </a:lvl7pPr>
            <a:lvl8pPr marL="3657600" lvl="7" indent="-317500">
              <a:lnSpc>
                <a:spcPct val="115000"/>
              </a:lnSpc>
              <a:spcBef>
                <a:spcPts val="0"/>
              </a:spcBef>
              <a:spcAft>
                <a:spcPts val="0"/>
              </a:spcAft>
              <a:buSzPts val="1400"/>
              <a:buFont typeface="Nunito Light"/>
              <a:buChar char="○"/>
              <a:defRPr/>
            </a:lvl8pPr>
            <a:lvl9pPr marL="4114800" lvl="8" indent="-317500">
              <a:lnSpc>
                <a:spcPct val="115000"/>
              </a:lnSpc>
              <a:spcBef>
                <a:spcPts val="0"/>
              </a:spcBef>
              <a:spcAft>
                <a:spcPts val="0"/>
              </a:spcAft>
              <a:buSzPts val="1400"/>
              <a:buFont typeface="Nunito Light"/>
              <a:buChar char="■"/>
              <a:defRPr/>
            </a:lvl9pPr>
          </a:lstStyle>
          <a:p>
            <a:endParaRPr/>
          </a:p>
        </p:txBody>
      </p:sp>
      <p:grpSp>
        <p:nvGrpSpPr>
          <p:cNvPr id="126" name="Google Shape;126;p18"/>
          <p:cNvGrpSpPr/>
          <p:nvPr/>
        </p:nvGrpSpPr>
        <p:grpSpPr>
          <a:xfrm>
            <a:off x="150" y="2779250"/>
            <a:ext cx="10103250" cy="2785475"/>
            <a:chOff x="150" y="2779250"/>
            <a:chExt cx="10103250" cy="2785475"/>
          </a:xfrm>
        </p:grpSpPr>
        <p:sp>
          <p:nvSpPr>
            <p:cNvPr id="127" name="Google Shape;127;p18"/>
            <p:cNvSpPr/>
            <p:nvPr/>
          </p:nvSpPr>
          <p:spPr>
            <a:xfrm rot="5400000">
              <a:off x="1591200" y="3141175"/>
              <a:ext cx="8325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28" name="Google Shape;128;p18"/>
            <p:cNvSpPr/>
            <p:nvPr/>
          </p:nvSpPr>
          <p:spPr>
            <a:xfrm rot="-5400000">
              <a:off x="8206500" y="2779250"/>
              <a:ext cx="1896900" cy="1896900"/>
            </a:xfrm>
            <a:prstGeom prst="blockArc">
              <a:avLst>
                <a:gd name="adj1" fmla="val 10800000"/>
                <a:gd name="adj2" fmla="val 21539247"/>
                <a:gd name="adj3" fmla="val 17334"/>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129" name="Google Shape;129;p18"/>
          <p:cNvGrpSpPr/>
          <p:nvPr/>
        </p:nvGrpSpPr>
        <p:grpSpPr>
          <a:xfrm>
            <a:off x="2" y="156617"/>
            <a:ext cx="1462273" cy="4821940"/>
            <a:chOff x="2" y="156617"/>
            <a:chExt cx="1462273" cy="4821940"/>
          </a:xfrm>
        </p:grpSpPr>
        <p:grpSp>
          <p:nvGrpSpPr>
            <p:cNvPr id="130" name="Google Shape;130;p18"/>
            <p:cNvGrpSpPr/>
            <p:nvPr/>
          </p:nvGrpSpPr>
          <p:grpSpPr>
            <a:xfrm>
              <a:off x="2" y="156617"/>
              <a:ext cx="719987" cy="944360"/>
              <a:chOff x="2" y="156617"/>
              <a:chExt cx="719987" cy="944360"/>
            </a:xfrm>
          </p:grpSpPr>
          <p:pic>
            <p:nvPicPr>
              <p:cNvPr id="131" name="Google Shape;131;p18"/>
              <p:cNvPicPr preferRelativeResize="0"/>
              <p:nvPr/>
            </p:nvPicPr>
            <p:blipFill>
              <a:blip r:embed="rId3">
                <a:alphaModFix/>
              </a:blip>
              <a:stretch>
                <a:fillRect/>
              </a:stretch>
            </p:blipFill>
            <p:spPr>
              <a:xfrm rot="-1083101" flipH="1">
                <a:off x="52781" y="591511"/>
                <a:ext cx="571953" cy="431470"/>
              </a:xfrm>
              <a:prstGeom prst="rect">
                <a:avLst/>
              </a:prstGeom>
              <a:noFill/>
              <a:ln>
                <a:noFill/>
              </a:ln>
            </p:spPr>
          </p:pic>
          <p:pic>
            <p:nvPicPr>
              <p:cNvPr id="132" name="Google Shape;132;p18"/>
              <p:cNvPicPr preferRelativeResize="0"/>
              <p:nvPr/>
            </p:nvPicPr>
            <p:blipFill>
              <a:blip r:embed="rId4">
                <a:alphaModFix/>
              </a:blip>
              <a:stretch>
                <a:fillRect/>
              </a:stretch>
            </p:blipFill>
            <p:spPr>
              <a:xfrm rot="-7447720" flipH="1">
                <a:off x="199687" y="329411"/>
                <a:ext cx="542048" cy="234885"/>
              </a:xfrm>
              <a:prstGeom prst="rect">
                <a:avLst/>
              </a:prstGeom>
              <a:noFill/>
              <a:ln>
                <a:noFill/>
              </a:ln>
            </p:spPr>
          </p:pic>
        </p:grpSp>
        <p:grpSp>
          <p:nvGrpSpPr>
            <p:cNvPr id="133" name="Google Shape;133;p18"/>
            <p:cNvGrpSpPr/>
            <p:nvPr/>
          </p:nvGrpSpPr>
          <p:grpSpPr>
            <a:xfrm>
              <a:off x="359837" y="4401391"/>
              <a:ext cx="1102438" cy="577167"/>
              <a:chOff x="359837" y="4401391"/>
              <a:chExt cx="1102438" cy="577167"/>
            </a:xfrm>
          </p:grpSpPr>
          <p:pic>
            <p:nvPicPr>
              <p:cNvPr id="134" name="Google Shape;134;p18"/>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135" name="Google Shape;135;p18"/>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sp>
        <p:nvSpPr>
          <p:cNvPr id="136" name="Google Shape;136;p18"/>
          <p:cNvSpPr txBox="1">
            <a:spLocks noGrp="1"/>
          </p:cNvSpPr>
          <p:nvPr>
            <p:ph type="sldNum" idx="12"/>
          </p:nvPr>
        </p:nvSpPr>
        <p:spPr>
          <a:xfrm>
            <a:off x="8430734" y="445026"/>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37"/>
        <p:cNvGrpSpPr/>
        <p:nvPr/>
      </p:nvGrpSpPr>
      <p:grpSpPr>
        <a:xfrm>
          <a:off x="0" y="0"/>
          <a:ext cx="0" cy="0"/>
          <a:chOff x="0" y="0"/>
          <a:chExt cx="0" cy="0"/>
        </a:xfrm>
      </p:grpSpPr>
      <p:pic>
        <p:nvPicPr>
          <p:cNvPr id="138" name="Google Shape;138;p19"/>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39" name="Google Shape;139;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40" name="Google Shape;140;p19"/>
          <p:cNvSpPr txBox="1">
            <a:spLocks noGrp="1"/>
          </p:cNvSpPr>
          <p:nvPr>
            <p:ph type="subTitle" idx="1"/>
          </p:nvPr>
        </p:nvSpPr>
        <p:spPr>
          <a:xfrm>
            <a:off x="5055285" y="3805874"/>
            <a:ext cx="26793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1400" b="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41" name="Google Shape;141;p19"/>
          <p:cNvSpPr txBox="1">
            <a:spLocks noGrp="1"/>
          </p:cNvSpPr>
          <p:nvPr>
            <p:ph type="subTitle" idx="2"/>
          </p:nvPr>
        </p:nvSpPr>
        <p:spPr>
          <a:xfrm>
            <a:off x="1526214" y="3805874"/>
            <a:ext cx="26817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1400" b="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42" name="Google Shape;142;p19"/>
          <p:cNvSpPr txBox="1">
            <a:spLocks noGrp="1"/>
          </p:cNvSpPr>
          <p:nvPr>
            <p:ph type="subTitle" idx="3"/>
          </p:nvPr>
        </p:nvSpPr>
        <p:spPr>
          <a:xfrm>
            <a:off x="5055275" y="3051950"/>
            <a:ext cx="2679300" cy="795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143" name="Google Shape;143;p19"/>
          <p:cNvSpPr txBox="1">
            <a:spLocks noGrp="1"/>
          </p:cNvSpPr>
          <p:nvPr>
            <p:ph type="subTitle" idx="4"/>
          </p:nvPr>
        </p:nvSpPr>
        <p:spPr>
          <a:xfrm>
            <a:off x="1526214" y="3051950"/>
            <a:ext cx="2681700" cy="795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grpSp>
        <p:nvGrpSpPr>
          <p:cNvPr id="144" name="Google Shape;144;p19"/>
          <p:cNvGrpSpPr/>
          <p:nvPr/>
        </p:nvGrpSpPr>
        <p:grpSpPr>
          <a:xfrm>
            <a:off x="150" y="2779250"/>
            <a:ext cx="10103250" cy="2785475"/>
            <a:chOff x="150" y="2779250"/>
            <a:chExt cx="10103250" cy="2785475"/>
          </a:xfrm>
        </p:grpSpPr>
        <p:sp>
          <p:nvSpPr>
            <p:cNvPr id="145" name="Google Shape;145;p19"/>
            <p:cNvSpPr/>
            <p:nvPr/>
          </p:nvSpPr>
          <p:spPr>
            <a:xfrm rot="5400000">
              <a:off x="1591200" y="3141175"/>
              <a:ext cx="8325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46" name="Google Shape;146;p19"/>
            <p:cNvSpPr/>
            <p:nvPr/>
          </p:nvSpPr>
          <p:spPr>
            <a:xfrm rot="-5400000">
              <a:off x="8206500" y="2779250"/>
              <a:ext cx="1896900" cy="1896900"/>
            </a:xfrm>
            <a:prstGeom prst="blockArc">
              <a:avLst>
                <a:gd name="adj1" fmla="val 10800000"/>
                <a:gd name="adj2" fmla="val 21539247"/>
                <a:gd name="adj3" fmla="val 17334"/>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147" name="Google Shape;147;p19"/>
          <p:cNvGrpSpPr/>
          <p:nvPr/>
        </p:nvGrpSpPr>
        <p:grpSpPr>
          <a:xfrm>
            <a:off x="2" y="156617"/>
            <a:ext cx="10103400" cy="4994633"/>
            <a:chOff x="2" y="156617"/>
            <a:chExt cx="10103400" cy="4994633"/>
          </a:xfrm>
        </p:grpSpPr>
        <p:grpSp>
          <p:nvGrpSpPr>
            <p:cNvPr id="148" name="Google Shape;148;p19"/>
            <p:cNvGrpSpPr/>
            <p:nvPr/>
          </p:nvGrpSpPr>
          <p:grpSpPr>
            <a:xfrm>
              <a:off x="2" y="156617"/>
              <a:ext cx="719987" cy="944360"/>
              <a:chOff x="2" y="156617"/>
              <a:chExt cx="719987" cy="944360"/>
            </a:xfrm>
          </p:grpSpPr>
          <p:pic>
            <p:nvPicPr>
              <p:cNvPr id="149" name="Google Shape;149;p19"/>
              <p:cNvPicPr preferRelativeResize="0"/>
              <p:nvPr/>
            </p:nvPicPr>
            <p:blipFill>
              <a:blip r:embed="rId3">
                <a:alphaModFix/>
              </a:blip>
              <a:stretch>
                <a:fillRect/>
              </a:stretch>
            </p:blipFill>
            <p:spPr>
              <a:xfrm rot="-1083101" flipH="1">
                <a:off x="52781" y="591511"/>
                <a:ext cx="571953" cy="431470"/>
              </a:xfrm>
              <a:prstGeom prst="rect">
                <a:avLst/>
              </a:prstGeom>
              <a:noFill/>
              <a:ln>
                <a:noFill/>
              </a:ln>
            </p:spPr>
          </p:pic>
          <p:pic>
            <p:nvPicPr>
              <p:cNvPr id="150" name="Google Shape;150;p19"/>
              <p:cNvPicPr preferRelativeResize="0"/>
              <p:nvPr/>
            </p:nvPicPr>
            <p:blipFill>
              <a:blip r:embed="rId4">
                <a:alphaModFix/>
              </a:blip>
              <a:stretch>
                <a:fillRect/>
              </a:stretch>
            </p:blipFill>
            <p:spPr>
              <a:xfrm rot="-7447720" flipH="1">
                <a:off x="199687" y="329411"/>
                <a:ext cx="542048" cy="234885"/>
              </a:xfrm>
              <a:prstGeom prst="rect">
                <a:avLst/>
              </a:prstGeom>
              <a:noFill/>
              <a:ln>
                <a:noFill/>
              </a:ln>
            </p:spPr>
          </p:pic>
        </p:grpSp>
        <p:pic>
          <p:nvPicPr>
            <p:cNvPr id="151" name="Google Shape;151;p19"/>
            <p:cNvPicPr preferRelativeResize="0"/>
            <p:nvPr/>
          </p:nvPicPr>
          <p:blipFill>
            <a:blip r:embed="rId5">
              <a:alphaModFix/>
            </a:blip>
            <a:stretch>
              <a:fillRect/>
            </a:stretch>
          </p:blipFill>
          <p:spPr>
            <a:xfrm>
              <a:off x="7896901" y="867925"/>
              <a:ext cx="2206501" cy="4283325"/>
            </a:xfrm>
            <a:prstGeom prst="rect">
              <a:avLst/>
            </a:prstGeom>
            <a:noFill/>
            <a:ln>
              <a:noFill/>
            </a:ln>
            <a:effectLst>
              <a:outerShdw blurRad="57150" dist="47625" dir="5400000" algn="bl" rotWithShape="0">
                <a:schemeClr val="dk1">
                  <a:alpha val="37000"/>
                </a:schemeClr>
              </a:outerShdw>
            </a:effectLst>
          </p:spPr>
        </p:pic>
        <p:grpSp>
          <p:nvGrpSpPr>
            <p:cNvPr id="152" name="Google Shape;152;p19"/>
            <p:cNvGrpSpPr/>
            <p:nvPr/>
          </p:nvGrpSpPr>
          <p:grpSpPr>
            <a:xfrm>
              <a:off x="359837" y="4401391"/>
              <a:ext cx="1102438" cy="577167"/>
              <a:chOff x="359837" y="4401391"/>
              <a:chExt cx="1102438" cy="577167"/>
            </a:xfrm>
          </p:grpSpPr>
          <p:pic>
            <p:nvPicPr>
              <p:cNvPr id="153" name="Google Shape;153;p19"/>
              <p:cNvPicPr preferRelativeResize="0"/>
              <p:nvPr/>
            </p:nvPicPr>
            <p:blipFill>
              <a:blip r:embed="rId6">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154" name="Google Shape;154;p19"/>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sp>
        <p:nvSpPr>
          <p:cNvPr id="155" name="Google Shape;155;p19"/>
          <p:cNvSpPr txBox="1">
            <a:spLocks noGrp="1"/>
          </p:cNvSpPr>
          <p:nvPr>
            <p:ph type="sldNum" idx="12"/>
          </p:nvPr>
        </p:nvSpPr>
        <p:spPr>
          <a:xfrm>
            <a:off x="8430734" y="445026"/>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6"/>
        <p:cNvGrpSpPr/>
        <p:nvPr/>
      </p:nvGrpSpPr>
      <p:grpSpPr>
        <a:xfrm>
          <a:off x="0" y="0"/>
          <a:ext cx="0" cy="0"/>
          <a:chOff x="0" y="0"/>
          <a:chExt cx="0" cy="0"/>
        </a:xfrm>
      </p:grpSpPr>
      <p:pic>
        <p:nvPicPr>
          <p:cNvPr id="157" name="Google Shape;157;p20"/>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58" name="Google Shape;158;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grpSp>
        <p:nvGrpSpPr>
          <p:cNvPr id="159" name="Google Shape;159;p20"/>
          <p:cNvGrpSpPr/>
          <p:nvPr/>
        </p:nvGrpSpPr>
        <p:grpSpPr>
          <a:xfrm>
            <a:off x="5129400" y="4543750"/>
            <a:ext cx="4014600" cy="1205100"/>
            <a:chOff x="5129400" y="4543750"/>
            <a:chExt cx="4014600" cy="1205100"/>
          </a:xfrm>
        </p:grpSpPr>
        <p:sp>
          <p:nvSpPr>
            <p:cNvPr id="160" name="Google Shape;160;p20"/>
            <p:cNvSpPr/>
            <p:nvPr/>
          </p:nvSpPr>
          <p:spPr>
            <a:xfrm rot="-5400000" flipH="1">
              <a:off x="6722850" y="3138775"/>
              <a:ext cx="8277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61" name="Google Shape;161;p20"/>
            <p:cNvSpPr/>
            <p:nvPr/>
          </p:nvSpPr>
          <p:spPr>
            <a:xfrm flipH="1">
              <a:off x="6209725" y="4543750"/>
              <a:ext cx="1205100" cy="1205100"/>
            </a:xfrm>
            <a:prstGeom prst="blockArc">
              <a:avLst>
                <a:gd name="adj1" fmla="val 10800000"/>
                <a:gd name="adj2" fmla="val 93824"/>
                <a:gd name="adj3" fmla="val 19896"/>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162" name="Google Shape;162;p20"/>
          <p:cNvGrpSpPr/>
          <p:nvPr/>
        </p:nvGrpSpPr>
        <p:grpSpPr>
          <a:xfrm>
            <a:off x="2" y="156617"/>
            <a:ext cx="9296400" cy="4986881"/>
            <a:chOff x="2" y="156617"/>
            <a:chExt cx="9296400" cy="4986881"/>
          </a:xfrm>
        </p:grpSpPr>
        <p:grpSp>
          <p:nvGrpSpPr>
            <p:cNvPr id="163" name="Google Shape;163;p20"/>
            <p:cNvGrpSpPr/>
            <p:nvPr/>
          </p:nvGrpSpPr>
          <p:grpSpPr>
            <a:xfrm>
              <a:off x="2" y="156617"/>
              <a:ext cx="719987" cy="944360"/>
              <a:chOff x="2" y="156617"/>
              <a:chExt cx="719987" cy="944360"/>
            </a:xfrm>
          </p:grpSpPr>
          <p:pic>
            <p:nvPicPr>
              <p:cNvPr id="164" name="Google Shape;164;p20"/>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165" name="Google Shape;165;p20"/>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pic>
          <p:nvPicPr>
            <p:cNvPr id="166" name="Google Shape;166;p20"/>
            <p:cNvPicPr preferRelativeResize="0"/>
            <p:nvPr/>
          </p:nvPicPr>
          <p:blipFill>
            <a:blip r:embed="rId5">
              <a:alphaModFix/>
            </a:blip>
            <a:stretch>
              <a:fillRect/>
            </a:stretch>
          </p:blipFill>
          <p:spPr>
            <a:xfrm>
              <a:off x="8234451" y="3225800"/>
              <a:ext cx="1061951" cy="1917698"/>
            </a:xfrm>
            <a:prstGeom prst="rect">
              <a:avLst/>
            </a:prstGeom>
            <a:noFill/>
            <a:ln>
              <a:noFill/>
            </a:ln>
            <a:effectLst>
              <a:outerShdw blurRad="57150" dist="19050" dir="5400000" algn="bl" rotWithShape="0">
                <a:schemeClr val="dk1">
                  <a:alpha val="50000"/>
                </a:schemeClr>
              </a:outerShdw>
            </a:effectLst>
          </p:spPr>
        </p:pic>
      </p:grpSp>
      <p:sp>
        <p:nvSpPr>
          <p:cNvPr id="167" name="Google Shape;167;p20"/>
          <p:cNvSpPr txBox="1">
            <a:spLocks noGrp="1"/>
          </p:cNvSpPr>
          <p:nvPr>
            <p:ph type="sldNum" idx="12"/>
          </p:nvPr>
        </p:nvSpPr>
        <p:spPr>
          <a:xfrm>
            <a:off x="8430734" y="445026"/>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8"/>
        <p:cNvGrpSpPr/>
        <p:nvPr/>
      </p:nvGrpSpPr>
      <p:grpSpPr>
        <a:xfrm>
          <a:off x="0" y="0"/>
          <a:ext cx="0" cy="0"/>
          <a:chOff x="0" y="0"/>
          <a:chExt cx="0" cy="0"/>
        </a:xfrm>
      </p:grpSpPr>
      <p:pic>
        <p:nvPicPr>
          <p:cNvPr id="169" name="Google Shape;169;p21"/>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70" name="Google Shape;170;p21"/>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71" name="Google Shape;171;p21"/>
          <p:cNvSpPr txBox="1">
            <a:spLocks noGrp="1"/>
          </p:cNvSpPr>
          <p:nvPr>
            <p:ph type="subTitle" idx="1"/>
          </p:nvPr>
        </p:nvSpPr>
        <p:spPr>
          <a:xfrm>
            <a:off x="1146725" y="1700300"/>
            <a:ext cx="4294800" cy="2298300"/>
          </a:xfrm>
          <a:prstGeom prst="rect">
            <a:avLst/>
          </a:prstGeom>
        </p:spPr>
        <p:txBody>
          <a:bodyPr spcFirstLastPara="1" wrap="square" lIns="91425" tIns="91425" rIns="91425" bIns="91425" anchor="t" anchorCtr="0">
            <a:noAutofit/>
          </a:bodyPr>
          <a:lstStyle>
            <a:lvl1pPr lvl="0">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a:endParaRPr/>
          </a:p>
        </p:txBody>
      </p:sp>
      <p:sp>
        <p:nvSpPr>
          <p:cNvPr id="172" name="Google Shape;172;p21"/>
          <p:cNvSpPr/>
          <p:nvPr/>
        </p:nvSpPr>
        <p:spPr>
          <a:xfrm rot="5400000">
            <a:off x="1591200" y="3141175"/>
            <a:ext cx="8325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173" name="Google Shape;173;p21"/>
          <p:cNvGrpSpPr/>
          <p:nvPr/>
        </p:nvGrpSpPr>
        <p:grpSpPr>
          <a:xfrm>
            <a:off x="2" y="156617"/>
            <a:ext cx="1462273" cy="4821940"/>
            <a:chOff x="2" y="156617"/>
            <a:chExt cx="1462273" cy="4821940"/>
          </a:xfrm>
        </p:grpSpPr>
        <p:grpSp>
          <p:nvGrpSpPr>
            <p:cNvPr id="174" name="Google Shape;174;p21"/>
            <p:cNvGrpSpPr/>
            <p:nvPr/>
          </p:nvGrpSpPr>
          <p:grpSpPr>
            <a:xfrm>
              <a:off x="2" y="156617"/>
              <a:ext cx="719987" cy="944360"/>
              <a:chOff x="2" y="156617"/>
              <a:chExt cx="719987" cy="944360"/>
            </a:xfrm>
          </p:grpSpPr>
          <p:pic>
            <p:nvPicPr>
              <p:cNvPr id="175" name="Google Shape;175;p21"/>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176" name="Google Shape;176;p21"/>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nvGrpSpPr>
            <p:cNvPr id="177" name="Google Shape;177;p21"/>
            <p:cNvGrpSpPr/>
            <p:nvPr/>
          </p:nvGrpSpPr>
          <p:grpSpPr>
            <a:xfrm>
              <a:off x="359837" y="4401391"/>
              <a:ext cx="1102438" cy="577167"/>
              <a:chOff x="359837" y="4401391"/>
              <a:chExt cx="1102438" cy="577167"/>
            </a:xfrm>
          </p:grpSpPr>
          <p:pic>
            <p:nvPicPr>
              <p:cNvPr id="178" name="Google Shape;178;p21"/>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179" name="Google Shape;179;p21"/>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sp>
        <p:nvSpPr>
          <p:cNvPr id="180" name="Google Shape;180;p21"/>
          <p:cNvSpPr txBox="1">
            <a:spLocks noGrp="1"/>
          </p:cNvSpPr>
          <p:nvPr>
            <p:ph type="sldNum" idx="12"/>
          </p:nvPr>
        </p:nvSpPr>
        <p:spPr>
          <a:xfrm>
            <a:off x="8430734" y="445026"/>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81"/>
        <p:cNvGrpSpPr/>
        <p:nvPr/>
      </p:nvGrpSpPr>
      <p:grpSpPr>
        <a:xfrm>
          <a:off x="0" y="0"/>
          <a:ext cx="0" cy="0"/>
          <a:chOff x="0" y="0"/>
          <a:chExt cx="0" cy="0"/>
        </a:xfrm>
      </p:grpSpPr>
      <p:pic>
        <p:nvPicPr>
          <p:cNvPr id="182" name="Google Shape;182;p22"/>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83" name="Google Shape;183;p22"/>
          <p:cNvSpPr txBox="1">
            <a:spLocks noGrp="1"/>
          </p:cNvSpPr>
          <p:nvPr>
            <p:ph type="title"/>
          </p:nvPr>
        </p:nvSpPr>
        <p:spPr>
          <a:xfrm>
            <a:off x="1768550" y="1714500"/>
            <a:ext cx="5607000" cy="17145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184" name="Google Shape;184;p22"/>
          <p:cNvGrpSpPr/>
          <p:nvPr/>
        </p:nvGrpSpPr>
        <p:grpSpPr>
          <a:xfrm>
            <a:off x="-421050" y="0"/>
            <a:ext cx="10524450" cy="5564725"/>
            <a:chOff x="-421050" y="0"/>
            <a:chExt cx="10524450" cy="5564725"/>
          </a:xfrm>
        </p:grpSpPr>
        <p:sp>
          <p:nvSpPr>
            <p:cNvPr id="185" name="Google Shape;185;p22"/>
            <p:cNvSpPr/>
            <p:nvPr/>
          </p:nvSpPr>
          <p:spPr>
            <a:xfrm rot="10800000">
              <a:off x="-421050" y="0"/>
              <a:ext cx="916800" cy="2325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86" name="Google Shape;186;p22"/>
            <p:cNvSpPr/>
            <p:nvPr/>
          </p:nvSpPr>
          <p:spPr>
            <a:xfrm rot="5400000">
              <a:off x="1591200" y="3141175"/>
              <a:ext cx="8325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87" name="Google Shape;187;p22"/>
            <p:cNvSpPr/>
            <p:nvPr/>
          </p:nvSpPr>
          <p:spPr>
            <a:xfrm rot="-5400000">
              <a:off x="8206500" y="2779250"/>
              <a:ext cx="1896900" cy="1896900"/>
            </a:xfrm>
            <a:prstGeom prst="blockArc">
              <a:avLst>
                <a:gd name="adj1" fmla="val 10800000"/>
                <a:gd name="adj2" fmla="val 21539247"/>
                <a:gd name="adj3" fmla="val 17334"/>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188" name="Google Shape;188;p22"/>
          <p:cNvGrpSpPr/>
          <p:nvPr/>
        </p:nvGrpSpPr>
        <p:grpSpPr>
          <a:xfrm>
            <a:off x="-148218" y="81904"/>
            <a:ext cx="10251619" cy="5069347"/>
            <a:chOff x="-148218" y="81904"/>
            <a:chExt cx="10251619" cy="5069347"/>
          </a:xfrm>
        </p:grpSpPr>
        <p:pic>
          <p:nvPicPr>
            <p:cNvPr id="189" name="Google Shape;189;p22"/>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dist="47625" dir="5400000" algn="bl" rotWithShape="0">
                <a:schemeClr val="dk1">
                  <a:alpha val="37000"/>
                </a:schemeClr>
              </a:outerShdw>
            </a:effectLst>
          </p:spPr>
        </p:pic>
        <p:grpSp>
          <p:nvGrpSpPr>
            <p:cNvPr id="190" name="Google Shape;190;p22"/>
            <p:cNvGrpSpPr/>
            <p:nvPr/>
          </p:nvGrpSpPr>
          <p:grpSpPr>
            <a:xfrm>
              <a:off x="359837" y="4401391"/>
              <a:ext cx="1102438" cy="577167"/>
              <a:chOff x="359837" y="4401391"/>
              <a:chExt cx="1102438" cy="577167"/>
            </a:xfrm>
          </p:grpSpPr>
          <p:pic>
            <p:nvPicPr>
              <p:cNvPr id="191" name="Google Shape;191;p22"/>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192" name="Google Shape;192;p22"/>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nvGrpSpPr>
            <p:cNvPr id="193" name="Google Shape;193;p22"/>
            <p:cNvGrpSpPr/>
            <p:nvPr/>
          </p:nvGrpSpPr>
          <p:grpSpPr>
            <a:xfrm>
              <a:off x="-148218" y="81904"/>
              <a:ext cx="1188426" cy="1227668"/>
              <a:chOff x="-7843" y="83454"/>
              <a:chExt cx="1188426" cy="1227668"/>
            </a:xfrm>
          </p:grpSpPr>
          <p:pic>
            <p:nvPicPr>
              <p:cNvPr id="194" name="Google Shape;194;p22"/>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dist="19050" dir="5400000" algn="bl" rotWithShape="0">
                  <a:schemeClr val="dk1">
                    <a:alpha val="67000"/>
                  </a:schemeClr>
                </a:outerShdw>
              </a:effectLst>
            </p:spPr>
          </p:pic>
          <p:pic>
            <p:nvPicPr>
              <p:cNvPr id="195" name="Google Shape;195;p22"/>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dist="19050" dir="5400000" algn="bl" rotWithShape="0">
                  <a:schemeClr val="dk1">
                    <a:alpha val="67000"/>
                  </a:schemeClr>
                </a:outerShdw>
              </a:effectLst>
            </p:spPr>
          </p:pic>
          <p:pic>
            <p:nvPicPr>
              <p:cNvPr id="196" name="Google Shape;196;p22"/>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dist="19050" dir="5400000" algn="bl" rotWithShape="0">
                  <a:schemeClr val="dk1">
                    <a:alpha val="67000"/>
                  </a:schemeClr>
                </a:outerShdw>
              </a:effectLst>
            </p:spPr>
          </p:pic>
        </p:grpSp>
      </p:grpSp>
      <p:sp>
        <p:nvSpPr>
          <p:cNvPr id="197" name="Google Shape;197;p22"/>
          <p:cNvSpPr txBox="1">
            <a:spLocks noGrp="1"/>
          </p:cNvSpPr>
          <p:nvPr>
            <p:ph type="sldNum" idx="12"/>
          </p:nvPr>
        </p:nvSpPr>
        <p:spPr>
          <a:xfrm>
            <a:off x="8430734" y="445026"/>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98"/>
        <p:cNvGrpSpPr/>
        <p:nvPr/>
      </p:nvGrpSpPr>
      <p:grpSpPr>
        <a:xfrm>
          <a:off x="0" y="0"/>
          <a:ext cx="0" cy="0"/>
          <a:chOff x="0" y="0"/>
          <a:chExt cx="0" cy="0"/>
        </a:xfrm>
      </p:grpSpPr>
      <p:pic>
        <p:nvPicPr>
          <p:cNvPr id="199" name="Google Shape;199;p23"/>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00" name="Google Shape;200;p23"/>
          <p:cNvSpPr txBox="1">
            <a:spLocks noGrp="1"/>
          </p:cNvSpPr>
          <p:nvPr>
            <p:ph type="title"/>
          </p:nvPr>
        </p:nvSpPr>
        <p:spPr>
          <a:xfrm>
            <a:off x="2135550" y="1503088"/>
            <a:ext cx="4872900" cy="1161300"/>
          </a:xfrm>
          <a:prstGeom prst="rect">
            <a:avLst/>
          </a:prstGeom>
        </p:spPr>
        <p:txBody>
          <a:bodyPr spcFirstLastPara="1" wrap="square" lIns="91425" tIns="91425" rIns="91425" bIns="91425" anchor="b" anchorCtr="0">
            <a:noAutofit/>
          </a:bodyPr>
          <a:lstStyle>
            <a:lvl1pPr lvl="0" algn="ctr">
              <a:spcBef>
                <a:spcPts val="0"/>
              </a:spcBef>
              <a:spcAft>
                <a:spcPts val="0"/>
              </a:spcAft>
              <a:buSzPts val="6500"/>
              <a:buNone/>
              <a:defRPr sz="65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sp>
        <p:nvSpPr>
          <p:cNvPr id="201" name="Google Shape;201;p23"/>
          <p:cNvSpPr txBox="1">
            <a:spLocks noGrp="1"/>
          </p:cNvSpPr>
          <p:nvPr>
            <p:ph type="subTitle" idx="1"/>
          </p:nvPr>
        </p:nvSpPr>
        <p:spPr>
          <a:xfrm>
            <a:off x="2135550" y="2664513"/>
            <a:ext cx="4872900" cy="6711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202" name="Google Shape;202;p23"/>
          <p:cNvGrpSpPr/>
          <p:nvPr/>
        </p:nvGrpSpPr>
        <p:grpSpPr>
          <a:xfrm>
            <a:off x="0" y="-859375"/>
            <a:ext cx="9504775" cy="6608225"/>
            <a:chOff x="0" y="-859375"/>
            <a:chExt cx="9504775" cy="6608225"/>
          </a:xfrm>
        </p:grpSpPr>
        <p:grpSp>
          <p:nvGrpSpPr>
            <p:cNvPr id="203" name="Google Shape;203;p23"/>
            <p:cNvGrpSpPr/>
            <p:nvPr/>
          </p:nvGrpSpPr>
          <p:grpSpPr>
            <a:xfrm flipH="1">
              <a:off x="5129400" y="4543750"/>
              <a:ext cx="4014600" cy="1205100"/>
              <a:chOff x="150" y="4543750"/>
              <a:chExt cx="4014600" cy="1205100"/>
            </a:xfrm>
          </p:grpSpPr>
          <p:sp>
            <p:nvSpPr>
              <p:cNvPr id="204" name="Google Shape;204;p23"/>
              <p:cNvSpPr/>
              <p:nvPr/>
            </p:nvSpPr>
            <p:spPr>
              <a:xfrm rot="5400000">
                <a:off x="1592700" y="3139675"/>
                <a:ext cx="8295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205" name="Google Shape;205;p23"/>
              <p:cNvSpPr/>
              <p:nvPr/>
            </p:nvSpPr>
            <p:spPr>
              <a:xfrm>
                <a:off x="2421475" y="4543750"/>
                <a:ext cx="1205100" cy="1205100"/>
              </a:xfrm>
              <a:prstGeom prst="blockArc">
                <a:avLst>
                  <a:gd name="adj1" fmla="val 10800000"/>
                  <a:gd name="adj2" fmla="val 93824"/>
                  <a:gd name="adj3" fmla="val 19896"/>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206" name="Google Shape;206;p23"/>
            <p:cNvSpPr/>
            <p:nvPr/>
          </p:nvSpPr>
          <p:spPr>
            <a:xfrm rot="10800000" flipH="1">
              <a:off x="8793175" y="-30500"/>
              <a:ext cx="711600" cy="2325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207" name="Google Shape;207;p23"/>
            <p:cNvGrpSpPr/>
            <p:nvPr/>
          </p:nvGrpSpPr>
          <p:grpSpPr>
            <a:xfrm flipH="1">
              <a:off x="0" y="-859375"/>
              <a:ext cx="2489300" cy="1740000"/>
              <a:chOff x="6148925" y="-872075"/>
              <a:chExt cx="2489300" cy="1740000"/>
            </a:xfrm>
          </p:grpSpPr>
          <p:sp>
            <p:nvSpPr>
              <p:cNvPr id="208" name="Google Shape;208;p23"/>
              <p:cNvSpPr/>
              <p:nvPr/>
            </p:nvSpPr>
            <p:spPr>
              <a:xfrm>
                <a:off x="6898225" y="-872075"/>
                <a:ext cx="1740000" cy="1740000"/>
              </a:xfrm>
              <a:prstGeom prst="pie">
                <a:avLst>
                  <a:gd name="adj1" fmla="val 0"/>
                  <a:gd name="adj2" fmla="val 1080014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209" name="Google Shape;209;p23"/>
              <p:cNvSpPr/>
              <p:nvPr/>
            </p:nvSpPr>
            <p:spPr>
              <a:xfrm rot="10800000">
                <a:off x="6148925" y="-604625"/>
                <a:ext cx="1205100" cy="1205100"/>
              </a:xfrm>
              <a:prstGeom prst="blockArc">
                <a:avLst>
                  <a:gd name="adj1" fmla="val 10800000"/>
                  <a:gd name="adj2" fmla="val 108721"/>
                  <a:gd name="adj3" fmla="val 22117"/>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grpSp>
        <p:nvGrpSpPr>
          <p:cNvPr id="210" name="Google Shape;210;p23"/>
          <p:cNvGrpSpPr/>
          <p:nvPr/>
        </p:nvGrpSpPr>
        <p:grpSpPr>
          <a:xfrm>
            <a:off x="-736999" y="-445900"/>
            <a:ext cx="10033401" cy="5589398"/>
            <a:chOff x="-736999" y="-445900"/>
            <a:chExt cx="10033401" cy="5589398"/>
          </a:xfrm>
        </p:grpSpPr>
        <p:pic>
          <p:nvPicPr>
            <p:cNvPr id="211" name="Google Shape;211;p23"/>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dist="19050" dir="5400000" algn="bl" rotWithShape="0">
                <a:schemeClr val="dk1">
                  <a:alpha val="50000"/>
                </a:schemeClr>
              </a:outerShdw>
            </a:effectLst>
          </p:spPr>
        </p:pic>
        <p:pic>
          <p:nvPicPr>
            <p:cNvPr id="212" name="Google Shape;212;p23"/>
            <p:cNvPicPr preferRelativeResize="0"/>
            <p:nvPr/>
          </p:nvPicPr>
          <p:blipFill>
            <a:blip r:embed="rId4">
              <a:alphaModFix/>
            </a:blip>
            <a:stretch>
              <a:fillRect/>
            </a:stretch>
          </p:blipFill>
          <p:spPr>
            <a:xfrm>
              <a:off x="8234451" y="3225800"/>
              <a:ext cx="1061951" cy="1917698"/>
            </a:xfrm>
            <a:prstGeom prst="rect">
              <a:avLst/>
            </a:prstGeom>
            <a:noFill/>
            <a:ln>
              <a:noFill/>
            </a:ln>
            <a:effectLst>
              <a:outerShdw blurRad="57150" dist="19050" dir="5400000" algn="bl" rotWithShape="0">
                <a:schemeClr val="dk1">
                  <a:alpha val="50000"/>
                </a:schemeClr>
              </a:outerShdw>
            </a:effectLst>
          </p:spPr>
        </p:pic>
      </p:grpSp>
      <p:sp>
        <p:nvSpPr>
          <p:cNvPr id="213" name="Google Shape;213;p23"/>
          <p:cNvSpPr txBox="1">
            <a:spLocks noGrp="1"/>
          </p:cNvSpPr>
          <p:nvPr>
            <p:ph type="sldNum" idx="12"/>
          </p:nvPr>
        </p:nvSpPr>
        <p:spPr>
          <a:xfrm>
            <a:off x="8430734" y="445026"/>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14"/>
        <p:cNvGrpSpPr/>
        <p:nvPr/>
      </p:nvGrpSpPr>
      <p:grpSpPr>
        <a:xfrm>
          <a:off x="0" y="0"/>
          <a:ext cx="0" cy="0"/>
          <a:chOff x="0" y="0"/>
          <a:chExt cx="0" cy="0"/>
        </a:xfrm>
      </p:grpSpPr>
      <p:sp>
        <p:nvSpPr>
          <p:cNvPr id="215" name="Google Shape;215;p24"/>
          <p:cNvSpPr>
            <a:spLocks noGrp="1"/>
          </p:cNvSpPr>
          <p:nvPr>
            <p:ph type="pic" idx="2"/>
          </p:nvPr>
        </p:nvSpPr>
        <p:spPr>
          <a:xfrm>
            <a:off x="-25" y="-13725"/>
            <a:ext cx="9144000" cy="5157300"/>
          </a:xfrm>
          <a:prstGeom prst="rect">
            <a:avLst/>
          </a:prstGeom>
          <a:noFill/>
          <a:ln>
            <a:noFill/>
          </a:ln>
        </p:spPr>
      </p:sp>
      <p:sp>
        <p:nvSpPr>
          <p:cNvPr id="216" name="Google Shape;216;p24"/>
          <p:cNvSpPr txBox="1">
            <a:spLocks noGrp="1"/>
          </p:cNvSpPr>
          <p:nvPr>
            <p:ph type="title"/>
          </p:nvPr>
        </p:nvSpPr>
        <p:spPr>
          <a:xfrm>
            <a:off x="720000" y="4076700"/>
            <a:ext cx="7704000" cy="464400"/>
          </a:xfrm>
          <a:prstGeom prst="rect">
            <a:avLst/>
          </a:prstGeom>
          <a:solidFill>
            <a:schemeClr val="dk2"/>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a:spcBef>
                <a:spcPts val="0"/>
              </a:spcBef>
              <a:spcAft>
                <a:spcPts val="0"/>
              </a:spcAft>
              <a:buSzPts val="2500"/>
              <a:buNone/>
              <a:defRPr sz="24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sp>
        <p:nvSpPr>
          <p:cNvPr id="217" name="Google Shape;217;p24"/>
          <p:cNvSpPr txBox="1">
            <a:spLocks noGrp="1"/>
          </p:cNvSpPr>
          <p:nvPr>
            <p:ph type="sldNum" idx="12"/>
          </p:nvPr>
        </p:nvSpPr>
        <p:spPr>
          <a:xfrm>
            <a:off x="8430734" y="445026"/>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18"/>
        <p:cNvGrpSpPr/>
        <p:nvPr/>
      </p:nvGrpSpPr>
      <p:grpSpPr>
        <a:xfrm>
          <a:off x="0" y="0"/>
          <a:ext cx="0" cy="0"/>
          <a:chOff x="0" y="0"/>
          <a:chExt cx="0" cy="0"/>
        </a:xfrm>
      </p:grpSpPr>
      <p:pic>
        <p:nvPicPr>
          <p:cNvPr id="219" name="Google Shape;219;p25"/>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20" name="Google Shape;220;p25"/>
          <p:cNvSpPr txBox="1">
            <a:spLocks noGrp="1"/>
          </p:cNvSpPr>
          <p:nvPr>
            <p:ph type="title" hasCustomPrompt="1"/>
          </p:nvPr>
        </p:nvSpPr>
        <p:spPr>
          <a:xfrm>
            <a:off x="1284000" y="1814900"/>
            <a:ext cx="6576000" cy="10815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21" name="Google Shape;221;p25"/>
          <p:cNvSpPr txBox="1">
            <a:spLocks noGrp="1"/>
          </p:cNvSpPr>
          <p:nvPr>
            <p:ph type="subTitle" idx="1"/>
          </p:nvPr>
        </p:nvSpPr>
        <p:spPr>
          <a:xfrm>
            <a:off x="1284000" y="2896600"/>
            <a:ext cx="6576000" cy="432000"/>
          </a:xfrm>
          <a:prstGeom prst="rect">
            <a:avLst/>
          </a:prstGeom>
        </p:spPr>
        <p:txBody>
          <a:bodyPr spcFirstLastPara="1" wrap="square" lIns="91425" tIns="91425" rIns="91425" bIns="91425" anchor="t" anchorCtr="0">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a:endParaRPr/>
          </a:p>
        </p:txBody>
      </p:sp>
      <p:grpSp>
        <p:nvGrpSpPr>
          <p:cNvPr id="222" name="Google Shape;222;p25"/>
          <p:cNvGrpSpPr/>
          <p:nvPr/>
        </p:nvGrpSpPr>
        <p:grpSpPr>
          <a:xfrm>
            <a:off x="-601700" y="-872075"/>
            <a:ext cx="10705100" cy="5548225"/>
            <a:chOff x="-601700" y="-872075"/>
            <a:chExt cx="10705100" cy="5548225"/>
          </a:xfrm>
        </p:grpSpPr>
        <p:sp>
          <p:nvSpPr>
            <p:cNvPr id="223" name="Google Shape;223;p25"/>
            <p:cNvSpPr/>
            <p:nvPr/>
          </p:nvSpPr>
          <p:spPr>
            <a:xfrm rot="-5400000">
              <a:off x="8206500" y="2779250"/>
              <a:ext cx="1896900" cy="1896900"/>
            </a:xfrm>
            <a:prstGeom prst="blockArc">
              <a:avLst>
                <a:gd name="adj1" fmla="val 10800000"/>
                <a:gd name="adj2" fmla="val 21596677"/>
                <a:gd name="adj3" fmla="val 11819"/>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224" name="Google Shape;224;p25"/>
            <p:cNvGrpSpPr/>
            <p:nvPr/>
          </p:nvGrpSpPr>
          <p:grpSpPr>
            <a:xfrm rot="5400000">
              <a:off x="-2006450" y="1404750"/>
              <a:ext cx="4014600" cy="1205100"/>
              <a:chOff x="150" y="4543750"/>
              <a:chExt cx="4014600" cy="1205100"/>
            </a:xfrm>
          </p:grpSpPr>
          <p:sp>
            <p:nvSpPr>
              <p:cNvPr id="225" name="Google Shape;225;p25"/>
              <p:cNvSpPr/>
              <p:nvPr/>
            </p:nvSpPr>
            <p:spPr>
              <a:xfrm rot="5400000">
                <a:off x="1622250" y="3110125"/>
                <a:ext cx="7704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226" name="Google Shape;226;p25"/>
              <p:cNvSpPr/>
              <p:nvPr/>
            </p:nvSpPr>
            <p:spPr>
              <a:xfrm>
                <a:off x="262475" y="4543750"/>
                <a:ext cx="1205100" cy="1205100"/>
              </a:xfrm>
              <a:prstGeom prst="blockArc">
                <a:avLst>
                  <a:gd name="adj1" fmla="val 10800000"/>
                  <a:gd name="adj2" fmla="val 93824"/>
                  <a:gd name="adj3" fmla="val 19896"/>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227" name="Google Shape;227;p25"/>
            <p:cNvGrpSpPr/>
            <p:nvPr/>
          </p:nvGrpSpPr>
          <p:grpSpPr>
            <a:xfrm>
              <a:off x="6148925" y="-872075"/>
              <a:ext cx="2489300" cy="1740000"/>
              <a:chOff x="6148925" y="-872075"/>
              <a:chExt cx="2489300" cy="1740000"/>
            </a:xfrm>
          </p:grpSpPr>
          <p:sp>
            <p:nvSpPr>
              <p:cNvPr id="228" name="Google Shape;228;p25"/>
              <p:cNvSpPr/>
              <p:nvPr/>
            </p:nvSpPr>
            <p:spPr>
              <a:xfrm>
                <a:off x="6898225" y="-872075"/>
                <a:ext cx="1740000" cy="1740000"/>
              </a:xfrm>
              <a:prstGeom prst="pie">
                <a:avLst>
                  <a:gd name="adj1" fmla="val 0"/>
                  <a:gd name="adj2" fmla="val 1080014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229" name="Google Shape;229;p25"/>
              <p:cNvSpPr/>
              <p:nvPr/>
            </p:nvSpPr>
            <p:spPr>
              <a:xfrm rot="10800000">
                <a:off x="6148925" y="-604625"/>
                <a:ext cx="1205100" cy="1205100"/>
              </a:xfrm>
              <a:prstGeom prst="blockArc">
                <a:avLst>
                  <a:gd name="adj1" fmla="val 10800000"/>
                  <a:gd name="adj2" fmla="val 108721"/>
                  <a:gd name="adj3" fmla="val 22117"/>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grpSp>
        <p:nvGrpSpPr>
          <p:cNvPr id="230" name="Google Shape;230;p25"/>
          <p:cNvGrpSpPr/>
          <p:nvPr/>
        </p:nvGrpSpPr>
        <p:grpSpPr>
          <a:xfrm>
            <a:off x="-100888" y="2838714"/>
            <a:ext cx="9155766" cy="2341969"/>
            <a:chOff x="-100888" y="2838714"/>
            <a:chExt cx="9155766" cy="2341969"/>
          </a:xfrm>
        </p:grpSpPr>
        <p:grpSp>
          <p:nvGrpSpPr>
            <p:cNvPr id="231" name="Google Shape;231;p25"/>
            <p:cNvGrpSpPr/>
            <p:nvPr/>
          </p:nvGrpSpPr>
          <p:grpSpPr>
            <a:xfrm>
              <a:off x="8206512" y="4230524"/>
              <a:ext cx="848365" cy="950159"/>
              <a:chOff x="41662" y="277999"/>
              <a:chExt cx="848365" cy="950159"/>
            </a:xfrm>
          </p:grpSpPr>
          <p:pic>
            <p:nvPicPr>
              <p:cNvPr id="232" name="Google Shape;232;p25"/>
              <p:cNvPicPr preferRelativeResize="0"/>
              <p:nvPr/>
            </p:nvPicPr>
            <p:blipFill>
              <a:blip r:embed="rId3">
                <a:alphaModFix/>
              </a:blip>
              <a:stretch>
                <a:fillRect/>
              </a:stretch>
            </p:blipFill>
            <p:spPr>
              <a:xfrm rot="-1083129" flipH="1">
                <a:off x="101303" y="652430"/>
                <a:ext cx="646323" cy="487587"/>
              </a:xfrm>
              <a:prstGeom prst="rect">
                <a:avLst/>
              </a:prstGeom>
              <a:noFill/>
              <a:ln>
                <a:noFill/>
              </a:ln>
              <a:effectLst>
                <a:outerShdw blurRad="57150" dist="19050" dir="5400000" algn="bl" rotWithShape="0">
                  <a:schemeClr val="dk1">
                    <a:alpha val="50000"/>
                  </a:schemeClr>
                </a:outerShdw>
              </a:effectLst>
            </p:spPr>
          </p:pic>
          <p:pic>
            <p:nvPicPr>
              <p:cNvPr id="233" name="Google Shape;233;p25"/>
              <p:cNvPicPr preferRelativeResize="0"/>
              <p:nvPr/>
            </p:nvPicPr>
            <p:blipFill>
              <a:blip r:embed="rId3">
                <a:alphaModFix/>
              </a:blip>
              <a:stretch>
                <a:fillRect/>
              </a:stretch>
            </p:blipFill>
            <p:spPr>
              <a:xfrm rot="-5826171" flipH="1">
                <a:off x="570466" y="412512"/>
                <a:ext cx="341359" cy="257531"/>
              </a:xfrm>
              <a:prstGeom prst="rect">
                <a:avLst/>
              </a:prstGeom>
              <a:noFill/>
              <a:ln>
                <a:noFill/>
              </a:ln>
              <a:effectLst>
                <a:outerShdw blurRad="57150" dist="19050" dir="5400000" algn="bl" rotWithShape="0">
                  <a:schemeClr val="dk1">
                    <a:alpha val="50000"/>
                  </a:schemeClr>
                </a:outerShdw>
              </a:effectLst>
            </p:spPr>
          </p:pic>
          <p:pic>
            <p:nvPicPr>
              <p:cNvPr id="234" name="Google Shape;234;p25"/>
              <p:cNvPicPr preferRelativeResize="0"/>
              <p:nvPr/>
            </p:nvPicPr>
            <p:blipFill>
              <a:blip r:embed="rId4">
                <a:alphaModFix/>
              </a:blip>
              <a:stretch>
                <a:fillRect/>
              </a:stretch>
            </p:blipFill>
            <p:spPr>
              <a:xfrm rot="-8300824" flipH="1">
                <a:off x="200914" y="402080"/>
                <a:ext cx="447091" cy="193739"/>
              </a:xfrm>
              <a:prstGeom prst="rect">
                <a:avLst/>
              </a:prstGeom>
              <a:noFill/>
              <a:ln>
                <a:noFill/>
              </a:ln>
              <a:effectLst>
                <a:outerShdw blurRad="57150" dist="19050" dir="5400000" algn="bl" rotWithShape="0">
                  <a:schemeClr val="dk1">
                    <a:alpha val="50000"/>
                  </a:schemeClr>
                </a:outerShdw>
              </a:effectLst>
            </p:spPr>
          </p:pic>
        </p:grpSp>
        <p:pic>
          <p:nvPicPr>
            <p:cNvPr id="235" name="Google Shape;235;p25"/>
            <p:cNvPicPr preferRelativeResize="0"/>
            <p:nvPr/>
          </p:nvPicPr>
          <p:blipFill>
            <a:blip r:embed="rId5">
              <a:alphaModFix/>
            </a:blip>
            <a:stretch>
              <a:fillRect/>
            </a:stretch>
          </p:blipFill>
          <p:spPr>
            <a:xfrm>
              <a:off x="-100888" y="2838714"/>
              <a:ext cx="1292850" cy="2334673"/>
            </a:xfrm>
            <a:prstGeom prst="rect">
              <a:avLst/>
            </a:prstGeom>
            <a:noFill/>
            <a:ln>
              <a:noFill/>
            </a:ln>
            <a:effectLst>
              <a:outerShdw blurRad="57150" dist="19050" dir="5400000" algn="bl" rotWithShape="0">
                <a:schemeClr val="dk1">
                  <a:alpha val="50000"/>
                </a:schemeClr>
              </a:outerShdw>
            </a:effectLst>
          </p:spPr>
        </p:pic>
      </p:grpSp>
      <p:sp>
        <p:nvSpPr>
          <p:cNvPr id="236" name="Google Shape;236;p25"/>
          <p:cNvSpPr txBox="1">
            <a:spLocks noGrp="1"/>
          </p:cNvSpPr>
          <p:nvPr>
            <p:ph type="sldNum" idx="12"/>
          </p:nvPr>
        </p:nvSpPr>
        <p:spPr>
          <a:xfrm>
            <a:off x="8430734" y="445026"/>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237"/>
        <p:cNvGrpSpPr/>
        <p:nvPr/>
      </p:nvGrpSpPr>
      <p:grpSpPr>
        <a:xfrm>
          <a:off x="0" y="0"/>
          <a:ext cx="0" cy="0"/>
          <a:chOff x="0" y="0"/>
          <a:chExt cx="0" cy="0"/>
        </a:xfrm>
      </p:grpSpPr>
      <p:sp>
        <p:nvSpPr>
          <p:cNvPr id="238" name="Google Shape;238;p26"/>
          <p:cNvSpPr txBox="1">
            <a:spLocks noGrp="1"/>
          </p:cNvSpPr>
          <p:nvPr>
            <p:ph type="sldNum" idx="12"/>
          </p:nvPr>
        </p:nvSpPr>
        <p:spPr>
          <a:xfrm>
            <a:off x="8430734" y="445026"/>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239"/>
        <p:cNvGrpSpPr/>
        <p:nvPr/>
      </p:nvGrpSpPr>
      <p:grpSpPr>
        <a:xfrm>
          <a:off x="0" y="0"/>
          <a:ext cx="0" cy="0"/>
          <a:chOff x="0" y="0"/>
          <a:chExt cx="0" cy="0"/>
        </a:xfrm>
      </p:grpSpPr>
      <p:pic>
        <p:nvPicPr>
          <p:cNvPr id="240" name="Google Shape;240;p27"/>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241" name="Google Shape;241;p27"/>
          <p:cNvGrpSpPr/>
          <p:nvPr/>
        </p:nvGrpSpPr>
        <p:grpSpPr>
          <a:xfrm>
            <a:off x="7033266" y="-738725"/>
            <a:ext cx="2110732" cy="1475400"/>
            <a:chOff x="7033266" y="-738725"/>
            <a:chExt cx="2110732" cy="1475400"/>
          </a:xfrm>
        </p:grpSpPr>
        <p:sp>
          <p:nvSpPr>
            <p:cNvPr id="242" name="Google Shape;242;p27"/>
            <p:cNvSpPr/>
            <p:nvPr/>
          </p:nvSpPr>
          <p:spPr>
            <a:xfrm>
              <a:off x="7668598" y="-738725"/>
              <a:ext cx="1475400" cy="1475400"/>
            </a:xfrm>
            <a:prstGeom prst="pie">
              <a:avLst>
                <a:gd name="adj1" fmla="val 0"/>
                <a:gd name="adj2" fmla="val 1080014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243" name="Google Shape;243;p27"/>
            <p:cNvSpPr/>
            <p:nvPr/>
          </p:nvSpPr>
          <p:spPr>
            <a:xfrm rot="10800000">
              <a:off x="7033266" y="-511968"/>
              <a:ext cx="1021800" cy="1021800"/>
            </a:xfrm>
            <a:prstGeom prst="blockArc">
              <a:avLst>
                <a:gd name="adj1" fmla="val 10800000"/>
                <a:gd name="adj2" fmla="val 108721"/>
                <a:gd name="adj3" fmla="val 22117"/>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244" name="Google Shape;244;p2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245" name="Google Shape;245;p27"/>
          <p:cNvSpPr txBox="1">
            <a:spLocks noGrp="1"/>
          </p:cNvSpPr>
          <p:nvPr>
            <p:ph type="subTitle" idx="1"/>
          </p:nvPr>
        </p:nvSpPr>
        <p:spPr>
          <a:xfrm>
            <a:off x="4320125" y="1332025"/>
            <a:ext cx="4110600" cy="447600"/>
          </a:xfrm>
          <a:prstGeom prst="rect">
            <a:avLst/>
          </a:prstGeom>
        </p:spPr>
        <p:txBody>
          <a:bodyPr spcFirstLastPara="1" wrap="square" lIns="91425" tIns="91425" rIns="91425" bIns="91425" anchor="ctr" anchorCtr="0">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246" name="Google Shape;246;p27"/>
          <p:cNvSpPr txBox="1">
            <a:spLocks noGrp="1"/>
          </p:cNvSpPr>
          <p:nvPr>
            <p:ph type="title" idx="2" hasCustomPrompt="1"/>
          </p:nvPr>
        </p:nvSpPr>
        <p:spPr>
          <a:xfrm>
            <a:off x="777150" y="1332025"/>
            <a:ext cx="869700" cy="447600"/>
          </a:xfrm>
          <a:prstGeom prst="rect">
            <a:avLst/>
          </a:prstGeom>
          <a:solidFill>
            <a:schemeClr val="dk2"/>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47" name="Google Shape;247;p27"/>
          <p:cNvSpPr txBox="1">
            <a:spLocks noGrp="1"/>
          </p:cNvSpPr>
          <p:nvPr>
            <p:ph type="subTitle" idx="3"/>
          </p:nvPr>
        </p:nvSpPr>
        <p:spPr>
          <a:xfrm>
            <a:off x="1751501" y="1332025"/>
            <a:ext cx="2465400" cy="4476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2000"/>
              <a:buFont typeface="Unbounded"/>
              <a:buNone/>
              <a:defRPr sz="2000" b="1">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sz="2400" b="1">
                <a:latin typeface="Unbounded"/>
                <a:ea typeface="Unbounded"/>
                <a:cs typeface="Unbounded"/>
                <a:sym typeface="Unbounded"/>
              </a:defRPr>
            </a:lvl2pPr>
            <a:lvl3pPr lvl="2">
              <a:lnSpc>
                <a:spcPct val="100000"/>
              </a:lnSpc>
              <a:spcBef>
                <a:spcPts val="0"/>
              </a:spcBef>
              <a:spcAft>
                <a:spcPts val="0"/>
              </a:spcAft>
              <a:buSzPts val="2400"/>
              <a:buFont typeface="Unbounded"/>
              <a:buNone/>
              <a:defRPr sz="2400" b="1">
                <a:latin typeface="Unbounded"/>
                <a:ea typeface="Unbounded"/>
                <a:cs typeface="Unbounded"/>
                <a:sym typeface="Unbounded"/>
              </a:defRPr>
            </a:lvl3pPr>
            <a:lvl4pPr lvl="3">
              <a:lnSpc>
                <a:spcPct val="100000"/>
              </a:lnSpc>
              <a:spcBef>
                <a:spcPts val="0"/>
              </a:spcBef>
              <a:spcAft>
                <a:spcPts val="0"/>
              </a:spcAft>
              <a:buSzPts val="2400"/>
              <a:buFont typeface="Unbounded"/>
              <a:buNone/>
              <a:defRPr sz="2400" b="1">
                <a:latin typeface="Unbounded"/>
                <a:ea typeface="Unbounded"/>
                <a:cs typeface="Unbounded"/>
                <a:sym typeface="Unbounded"/>
              </a:defRPr>
            </a:lvl4pPr>
            <a:lvl5pPr lvl="4">
              <a:lnSpc>
                <a:spcPct val="100000"/>
              </a:lnSpc>
              <a:spcBef>
                <a:spcPts val="0"/>
              </a:spcBef>
              <a:spcAft>
                <a:spcPts val="0"/>
              </a:spcAft>
              <a:buSzPts val="2400"/>
              <a:buFont typeface="Unbounded"/>
              <a:buNone/>
              <a:defRPr sz="2400" b="1">
                <a:latin typeface="Unbounded"/>
                <a:ea typeface="Unbounded"/>
                <a:cs typeface="Unbounded"/>
                <a:sym typeface="Unbounded"/>
              </a:defRPr>
            </a:lvl5pPr>
            <a:lvl6pPr lvl="5">
              <a:lnSpc>
                <a:spcPct val="100000"/>
              </a:lnSpc>
              <a:spcBef>
                <a:spcPts val="0"/>
              </a:spcBef>
              <a:spcAft>
                <a:spcPts val="0"/>
              </a:spcAft>
              <a:buSzPts val="2400"/>
              <a:buFont typeface="Unbounded"/>
              <a:buNone/>
              <a:defRPr sz="2400" b="1">
                <a:latin typeface="Unbounded"/>
                <a:ea typeface="Unbounded"/>
                <a:cs typeface="Unbounded"/>
                <a:sym typeface="Unbounded"/>
              </a:defRPr>
            </a:lvl6pPr>
            <a:lvl7pPr lvl="6">
              <a:lnSpc>
                <a:spcPct val="100000"/>
              </a:lnSpc>
              <a:spcBef>
                <a:spcPts val="0"/>
              </a:spcBef>
              <a:spcAft>
                <a:spcPts val="0"/>
              </a:spcAft>
              <a:buSzPts val="2400"/>
              <a:buFont typeface="Unbounded"/>
              <a:buNone/>
              <a:defRPr sz="2400" b="1">
                <a:latin typeface="Unbounded"/>
                <a:ea typeface="Unbounded"/>
                <a:cs typeface="Unbounded"/>
                <a:sym typeface="Unbounded"/>
              </a:defRPr>
            </a:lvl7pPr>
            <a:lvl8pPr lvl="7">
              <a:lnSpc>
                <a:spcPct val="100000"/>
              </a:lnSpc>
              <a:spcBef>
                <a:spcPts val="0"/>
              </a:spcBef>
              <a:spcAft>
                <a:spcPts val="0"/>
              </a:spcAft>
              <a:buSzPts val="2400"/>
              <a:buFont typeface="Unbounded"/>
              <a:buNone/>
              <a:defRPr sz="2400" b="1">
                <a:latin typeface="Unbounded"/>
                <a:ea typeface="Unbounded"/>
                <a:cs typeface="Unbounded"/>
                <a:sym typeface="Unbounded"/>
              </a:defRPr>
            </a:lvl8pPr>
            <a:lvl9pPr lvl="8">
              <a:lnSpc>
                <a:spcPct val="100000"/>
              </a:lnSpc>
              <a:spcBef>
                <a:spcPts val="0"/>
              </a:spcBef>
              <a:spcAft>
                <a:spcPts val="0"/>
              </a:spcAft>
              <a:buSzPts val="2400"/>
              <a:buFont typeface="Unbounded"/>
              <a:buNone/>
              <a:defRPr sz="2400" b="1">
                <a:latin typeface="Unbounded"/>
                <a:ea typeface="Unbounded"/>
                <a:cs typeface="Unbounded"/>
                <a:sym typeface="Unbounded"/>
              </a:defRPr>
            </a:lvl9pPr>
          </a:lstStyle>
          <a:p>
            <a:endParaRPr/>
          </a:p>
        </p:txBody>
      </p:sp>
      <p:sp>
        <p:nvSpPr>
          <p:cNvPr id="248" name="Google Shape;248;p27"/>
          <p:cNvSpPr txBox="1">
            <a:spLocks noGrp="1"/>
          </p:cNvSpPr>
          <p:nvPr>
            <p:ph type="subTitle" idx="4"/>
          </p:nvPr>
        </p:nvSpPr>
        <p:spPr>
          <a:xfrm>
            <a:off x="4320125" y="2214675"/>
            <a:ext cx="4110600" cy="447600"/>
          </a:xfrm>
          <a:prstGeom prst="rect">
            <a:avLst/>
          </a:prstGeom>
        </p:spPr>
        <p:txBody>
          <a:bodyPr spcFirstLastPara="1" wrap="square" lIns="91425" tIns="91425" rIns="91425" bIns="91425" anchor="ctr" anchorCtr="0">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249" name="Google Shape;249;p27"/>
          <p:cNvSpPr txBox="1">
            <a:spLocks noGrp="1"/>
          </p:cNvSpPr>
          <p:nvPr>
            <p:ph type="title" idx="5" hasCustomPrompt="1"/>
          </p:nvPr>
        </p:nvSpPr>
        <p:spPr>
          <a:xfrm>
            <a:off x="777150" y="2214675"/>
            <a:ext cx="869700" cy="447600"/>
          </a:xfrm>
          <a:prstGeom prst="rect">
            <a:avLst/>
          </a:prstGeom>
          <a:solidFill>
            <a:schemeClr val="dk2"/>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50" name="Google Shape;250;p27"/>
          <p:cNvSpPr txBox="1">
            <a:spLocks noGrp="1"/>
          </p:cNvSpPr>
          <p:nvPr>
            <p:ph type="subTitle" idx="6"/>
          </p:nvPr>
        </p:nvSpPr>
        <p:spPr>
          <a:xfrm>
            <a:off x="1751501" y="2214675"/>
            <a:ext cx="2465400" cy="4476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2000"/>
              <a:buFont typeface="Unbounded"/>
              <a:buNone/>
              <a:defRPr sz="2000" b="1">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sz="2400" b="1">
                <a:latin typeface="Unbounded"/>
                <a:ea typeface="Unbounded"/>
                <a:cs typeface="Unbounded"/>
                <a:sym typeface="Unbounded"/>
              </a:defRPr>
            </a:lvl2pPr>
            <a:lvl3pPr lvl="2">
              <a:lnSpc>
                <a:spcPct val="100000"/>
              </a:lnSpc>
              <a:spcBef>
                <a:spcPts val="0"/>
              </a:spcBef>
              <a:spcAft>
                <a:spcPts val="0"/>
              </a:spcAft>
              <a:buSzPts val="2400"/>
              <a:buFont typeface="Unbounded"/>
              <a:buNone/>
              <a:defRPr sz="2400" b="1">
                <a:latin typeface="Unbounded"/>
                <a:ea typeface="Unbounded"/>
                <a:cs typeface="Unbounded"/>
                <a:sym typeface="Unbounded"/>
              </a:defRPr>
            </a:lvl3pPr>
            <a:lvl4pPr lvl="3">
              <a:lnSpc>
                <a:spcPct val="100000"/>
              </a:lnSpc>
              <a:spcBef>
                <a:spcPts val="0"/>
              </a:spcBef>
              <a:spcAft>
                <a:spcPts val="0"/>
              </a:spcAft>
              <a:buSzPts val="2400"/>
              <a:buFont typeface="Unbounded"/>
              <a:buNone/>
              <a:defRPr sz="2400" b="1">
                <a:latin typeface="Unbounded"/>
                <a:ea typeface="Unbounded"/>
                <a:cs typeface="Unbounded"/>
                <a:sym typeface="Unbounded"/>
              </a:defRPr>
            </a:lvl4pPr>
            <a:lvl5pPr lvl="4">
              <a:lnSpc>
                <a:spcPct val="100000"/>
              </a:lnSpc>
              <a:spcBef>
                <a:spcPts val="0"/>
              </a:spcBef>
              <a:spcAft>
                <a:spcPts val="0"/>
              </a:spcAft>
              <a:buSzPts val="2400"/>
              <a:buFont typeface="Unbounded"/>
              <a:buNone/>
              <a:defRPr sz="2400" b="1">
                <a:latin typeface="Unbounded"/>
                <a:ea typeface="Unbounded"/>
                <a:cs typeface="Unbounded"/>
                <a:sym typeface="Unbounded"/>
              </a:defRPr>
            </a:lvl5pPr>
            <a:lvl6pPr lvl="5">
              <a:lnSpc>
                <a:spcPct val="100000"/>
              </a:lnSpc>
              <a:spcBef>
                <a:spcPts val="0"/>
              </a:spcBef>
              <a:spcAft>
                <a:spcPts val="0"/>
              </a:spcAft>
              <a:buSzPts val="2400"/>
              <a:buFont typeface="Unbounded"/>
              <a:buNone/>
              <a:defRPr sz="2400" b="1">
                <a:latin typeface="Unbounded"/>
                <a:ea typeface="Unbounded"/>
                <a:cs typeface="Unbounded"/>
                <a:sym typeface="Unbounded"/>
              </a:defRPr>
            </a:lvl6pPr>
            <a:lvl7pPr lvl="6">
              <a:lnSpc>
                <a:spcPct val="100000"/>
              </a:lnSpc>
              <a:spcBef>
                <a:spcPts val="0"/>
              </a:spcBef>
              <a:spcAft>
                <a:spcPts val="0"/>
              </a:spcAft>
              <a:buSzPts val="2400"/>
              <a:buFont typeface="Unbounded"/>
              <a:buNone/>
              <a:defRPr sz="2400" b="1">
                <a:latin typeface="Unbounded"/>
                <a:ea typeface="Unbounded"/>
                <a:cs typeface="Unbounded"/>
                <a:sym typeface="Unbounded"/>
              </a:defRPr>
            </a:lvl7pPr>
            <a:lvl8pPr lvl="7">
              <a:lnSpc>
                <a:spcPct val="100000"/>
              </a:lnSpc>
              <a:spcBef>
                <a:spcPts val="0"/>
              </a:spcBef>
              <a:spcAft>
                <a:spcPts val="0"/>
              </a:spcAft>
              <a:buSzPts val="2400"/>
              <a:buFont typeface="Unbounded"/>
              <a:buNone/>
              <a:defRPr sz="2400" b="1">
                <a:latin typeface="Unbounded"/>
                <a:ea typeface="Unbounded"/>
                <a:cs typeface="Unbounded"/>
                <a:sym typeface="Unbounded"/>
              </a:defRPr>
            </a:lvl8pPr>
            <a:lvl9pPr lvl="8">
              <a:lnSpc>
                <a:spcPct val="100000"/>
              </a:lnSpc>
              <a:spcBef>
                <a:spcPts val="0"/>
              </a:spcBef>
              <a:spcAft>
                <a:spcPts val="0"/>
              </a:spcAft>
              <a:buSzPts val="2400"/>
              <a:buFont typeface="Unbounded"/>
              <a:buNone/>
              <a:defRPr sz="2400" b="1">
                <a:latin typeface="Unbounded"/>
                <a:ea typeface="Unbounded"/>
                <a:cs typeface="Unbounded"/>
                <a:sym typeface="Unbounded"/>
              </a:defRPr>
            </a:lvl9pPr>
          </a:lstStyle>
          <a:p>
            <a:endParaRPr/>
          </a:p>
        </p:txBody>
      </p:sp>
      <p:sp>
        <p:nvSpPr>
          <p:cNvPr id="251" name="Google Shape;251;p27"/>
          <p:cNvSpPr txBox="1">
            <a:spLocks noGrp="1"/>
          </p:cNvSpPr>
          <p:nvPr>
            <p:ph type="subTitle" idx="7"/>
          </p:nvPr>
        </p:nvSpPr>
        <p:spPr>
          <a:xfrm>
            <a:off x="4320125" y="3097325"/>
            <a:ext cx="4110600" cy="447600"/>
          </a:xfrm>
          <a:prstGeom prst="rect">
            <a:avLst/>
          </a:prstGeom>
        </p:spPr>
        <p:txBody>
          <a:bodyPr spcFirstLastPara="1" wrap="square" lIns="91425" tIns="91425" rIns="91425" bIns="91425" anchor="ctr" anchorCtr="0">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252" name="Google Shape;252;p27"/>
          <p:cNvSpPr txBox="1">
            <a:spLocks noGrp="1"/>
          </p:cNvSpPr>
          <p:nvPr>
            <p:ph type="title" idx="8" hasCustomPrompt="1"/>
          </p:nvPr>
        </p:nvSpPr>
        <p:spPr>
          <a:xfrm>
            <a:off x="777150" y="3097325"/>
            <a:ext cx="869700" cy="447600"/>
          </a:xfrm>
          <a:prstGeom prst="rect">
            <a:avLst/>
          </a:prstGeom>
          <a:solidFill>
            <a:schemeClr val="dk2"/>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53" name="Google Shape;253;p27"/>
          <p:cNvSpPr txBox="1">
            <a:spLocks noGrp="1"/>
          </p:cNvSpPr>
          <p:nvPr>
            <p:ph type="subTitle" idx="9"/>
          </p:nvPr>
        </p:nvSpPr>
        <p:spPr>
          <a:xfrm>
            <a:off x="1751501" y="3097325"/>
            <a:ext cx="2465400" cy="4476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2000"/>
              <a:buFont typeface="Unbounded"/>
              <a:buNone/>
              <a:defRPr sz="2000" b="1">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sz="2400" b="1">
                <a:latin typeface="Unbounded"/>
                <a:ea typeface="Unbounded"/>
                <a:cs typeface="Unbounded"/>
                <a:sym typeface="Unbounded"/>
              </a:defRPr>
            </a:lvl2pPr>
            <a:lvl3pPr lvl="2">
              <a:lnSpc>
                <a:spcPct val="100000"/>
              </a:lnSpc>
              <a:spcBef>
                <a:spcPts val="0"/>
              </a:spcBef>
              <a:spcAft>
                <a:spcPts val="0"/>
              </a:spcAft>
              <a:buSzPts val="2400"/>
              <a:buFont typeface="Unbounded"/>
              <a:buNone/>
              <a:defRPr sz="2400" b="1">
                <a:latin typeface="Unbounded"/>
                <a:ea typeface="Unbounded"/>
                <a:cs typeface="Unbounded"/>
                <a:sym typeface="Unbounded"/>
              </a:defRPr>
            </a:lvl3pPr>
            <a:lvl4pPr lvl="3">
              <a:lnSpc>
                <a:spcPct val="100000"/>
              </a:lnSpc>
              <a:spcBef>
                <a:spcPts val="0"/>
              </a:spcBef>
              <a:spcAft>
                <a:spcPts val="0"/>
              </a:spcAft>
              <a:buSzPts val="2400"/>
              <a:buFont typeface="Unbounded"/>
              <a:buNone/>
              <a:defRPr sz="2400" b="1">
                <a:latin typeface="Unbounded"/>
                <a:ea typeface="Unbounded"/>
                <a:cs typeface="Unbounded"/>
                <a:sym typeface="Unbounded"/>
              </a:defRPr>
            </a:lvl4pPr>
            <a:lvl5pPr lvl="4">
              <a:lnSpc>
                <a:spcPct val="100000"/>
              </a:lnSpc>
              <a:spcBef>
                <a:spcPts val="0"/>
              </a:spcBef>
              <a:spcAft>
                <a:spcPts val="0"/>
              </a:spcAft>
              <a:buSzPts val="2400"/>
              <a:buFont typeface="Unbounded"/>
              <a:buNone/>
              <a:defRPr sz="2400" b="1">
                <a:latin typeface="Unbounded"/>
                <a:ea typeface="Unbounded"/>
                <a:cs typeface="Unbounded"/>
                <a:sym typeface="Unbounded"/>
              </a:defRPr>
            </a:lvl5pPr>
            <a:lvl6pPr lvl="5">
              <a:lnSpc>
                <a:spcPct val="100000"/>
              </a:lnSpc>
              <a:spcBef>
                <a:spcPts val="0"/>
              </a:spcBef>
              <a:spcAft>
                <a:spcPts val="0"/>
              </a:spcAft>
              <a:buSzPts val="2400"/>
              <a:buFont typeface="Unbounded"/>
              <a:buNone/>
              <a:defRPr sz="2400" b="1">
                <a:latin typeface="Unbounded"/>
                <a:ea typeface="Unbounded"/>
                <a:cs typeface="Unbounded"/>
                <a:sym typeface="Unbounded"/>
              </a:defRPr>
            </a:lvl6pPr>
            <a:lvl7pPr lvl="6">
              <a:lnSpc>
                <a:spcPct val="100000"/>
              </a:lnSpc>
              <a:spcBef>
                <a:spcPts val="0"/>
              </a:spcBef>
              <a:spcAft>
                <a:spcPts val="0"/>
              </a:spcAft>
              <a:buSzPts val="2400"/>
              <a:buFont typeface="Unbounded"/>
              <a:buNone/>
              <a:defRPr sz="2400" b="1">
                <a:latin typeface="Unbounded"/>
                <a:ea typeface="Unbounded"/>
                <a:cs typeface="Unbounded"/>
                <a:sym typeface="Unbounded"/>
              </a:defRPr>
            </a:lvl7pPr>
            <a:lvl8pPr lvl="7">
              <a:lnSpc>
                <a:spcPct val="100000"/>
              </a:lnSpc>
              <a:spcBef>
                <a:spcPts val="0"/>
              </a:spcBef>
              <a:spcAft>
                <a:spcPts val="0"/>
              </a:spcAft>
              <a:buSzPts val="2400"/>
              <a:buFont typeface="Unbounded"/>
              <a:buNone/>
              <a:defRPr sz="2400" b="1">
                <a:latin typeface="Unbounded"/>
                <a:ea typeface="Unbounded"/>
                <a:cs typeface="Unbounded"/>
                <a:sym typeface="Unbounded"/>
              </a:defRPr>
            </a:lvl8pPr>
            <a:lvl9pPr lvl="8">
              <a:lnSpc>
                <a:spcPct val="100000"/>
              </a:lnSpc>
              <a:spcBef>
                <a:spcPts val="0"/>
              </a:spcBef>
              <a:spcAft>
                <a:spcPts val="0"/>
              </a:spcAft>
              <a:buSzPts val="2400"/>
              <a:buFont typeface="Unbounded"/>
              <a:buNone/>
              <a:defRPr sz="2400" b="1">
                <a:latin typeface="Unbounded"/>
                <a:ea typeface="Unbounded"/>
                <a:cs typeface="Unbounded"/>
                <a:sym typeface="Unbounded"/>
              </a:defRPr>
            </a:lvl9pPr>
          </a:lstStyle>
          <a:p>
            <a:endParaRPr/>
          </a:p>
        </p:txBody>
      </p:sp>
      <p:sp>
        <p:nvSpPr>
          <p:cNvPr id="254" name="Google Shape;254;p27"/>
          <p:cNvSpPr txBox="1">
            <a:spLocks noGrp="1"/>
          </p:cNvSpPr>
          <p:nvPr>
            <p:ph type="subTitle" idx="13"/>
          </p:nvPr>
        </p:nvSpPr>
        <p:spPr>
          <a:xfrm>
            <a:off x="4320125" y="3979975"/>
            <a:ext cx="4110600" cy="447600"/>
          </a:xfrm>
          <a:prstGeom prst="rect">
            <a:avLst/>
          </a:prstGeom>
        </p:spPr>
        <p:txBody>
          <a:bodyPr spcFirstLastPara="1" wrap="square" lIns="91425" tIns="91425" rIns="91425" bIns="91425" anchor="ctr" anchorCtr="0">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255" name="Google Shape;255;p27"/>
          <p:cNvSpPr txBox="1">
            <a:spLocks noGrp="1"/>
          </p:cNvSpPr>
          <p:nvPr>
            <p:ph type="title" idx="14" hasCustomPrompt="1"/>
          </p:nvPr>
        </p:nvSpPr>
        <p:spPr>
          <a:xfrm>
            <a:off x="777150" y="3979975"/>
            <a:ext cx="869700" cy="447600"/>
          </a:xfrm>
          <a:prstGeom prst="rect">
            <a:avLst/>
          </a:prstGeom>
          <a:solidFill>
            <a:schemeClr val="dk2"/>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56" name="Google Shape;256;p27"/>
          <p:cNvSpPr txBox="1">
            <a:spLocks noGrp="1"/>
          </p:cNvSpPr>
          <p:nvPr>
            <p:ph type="subTitle" idx="15"/>
          </p:nvPr>
        </p:nvSpPr>
        <p:spPr>
          <a:xfrm>
            <a:off x="1751501" y="3979975"/>
            <a:ext cx="2465400" cy="4476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2000"/>
              <a:buFont typeface="Unbounded"/>
              <a:buNone/>
              <a:defRPr sz="2000" b="1">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sz="2400" b="1">
                <a:latin typeface="Unbounded"/>
                <a:ea typeface="Unbounded"/>
                <a:cs typeface="Unbounded"/>
                <a:sym typeface="Unbounded"/>
              </a:defRPr>
            </a:lvl2pPr>
            <a:lvl3pPr lvl="2">
              <a:lnSpc>
                <a:spcPct val="100000"/>
              </a:lnSpc>
              <a:spcBef>
                <a:spcPts val="0"/>
              </a:spcBef>
              <a:spcAft>
                <a:spcPts val="0"/>
              </a:spcAft>
              <a:buSzPts val="2400"/>
              <a:buFont typeface="Unbounded"/>
              <a:buNone/>
              <a:defRPr sz="2400" b="1">
                <a:latin typeface="Unbounded"/>
                <a:ea typeface="Unbounded"/>
                <a:cs typeface="Unbounded"/>
                <a:sym typeface="Unbounded"/>
              </a:defRPr>
            </a:lvl3pPr>
            <a:lvl4pPr lvl="3">
              <a:lnSpc>
                <a:spcPct val="100000"/>
              </a:lnSpc>
              <a:spcBef>
                <a:spcPts val="0"/>
              </a:spcBef>
              <a:spcAft>
                <a:spcPts val="0"/>
              </a:spcAft>
              <a:buSzPts val="2400"/>
              <a:buFont typeface="Unbounded"/>
              <a:buNone/>
              <a:defRPr sz="2400" b="1">
                <a:latin typeface="Unbounded"/>
                <a:ea typeface="Unbounded"/>
                <a:cs typeface="Unbounded"/>
                <a:sym typeface="Unbounded"/>
              </a:defRPr>
            </a:lvl4pPr>
            <a:lvl5pPr lvl="4">
              <a:lnSpc>
                <a:spcPct val="100000"/>
              </a:lnSpc>
              <a:spcBef>
                <a:spcPts val="0"/>
              </a:spcBef>
              <a:spcAft>
                <a:spcPts val="0"/>
              </a:spcAft>
              <a:buSzPts val="2400"/>
              <a:buFont typeface="Unbounded"/>
              <a:buNone/>
              <a:defRPr sz="2400" b="1">
                <a:latin typeface="Unbounded"/>
                <a:ea typeface="Unbounded"/>
                <a:cs typeface="Unbounded"/>
                <a:sym typeface="Unbounded"/>
              </a:defRPr>
            </a:lvl5pPr>
            <a:lvl6pPr lvl="5">
              <a:lnSpc>
                <a:spcPct val="100000"/>
              </a:lnSpc>
              <a:spcBef>
                <a:spcPts val="0"/>
              </a:spcBef>
              <a:spcAft>
                <a:spcPts val="0"/>
              </a:spcAft>
              <a:buSzPts val="2400"/>
              <a:buFont typeface="Unbounded"/>
              <a:buNone/>
              <a:defRPr sz="2400" b="1">
                <a:latin typeface="Unbounded"/>
                <a:ea typeface="Unbounded"/>
                <a:cs typeface="Unbounded"/>
                <a:sym typeface="Unbounded"/>
              </a:defRPr>
            </a:lvl6pPr>
            <a:lvl7pPr lvl="6">
              <a:lnSpc>
                <a:spcPct val="100000"/>
              </a:lnSpc>
              <a:spcBef>
                <a:spcPts val="0"/>
              </a:spcBef>
              <a:spcAft>
                <a:spcPts val="0"/>
              </a:spcAft>
              <a:buSzPts val="2400"/>
              <a:buFont typeface="Unbounded"/>
              <a:buNone/>
              <a:defRPr sz="2400" b="1">
                <a:latin typeface="Unbounded"/>
                <a:ea typeface="Unbounded"/>
                <a:cs typeface="Unbounded"/>
                <a:sym typeface="Unbounded"/>
              </a:defRPr>
            </a:lvl7pPr>
            <a:lvl8pPr lvl="7">
              <a:lnSpc>
                <a:spcPct val="100000"/>
              </a:lnSpc>
              <a:spcBef>
                <a:spcPts val="0"/>
              </a:spcBef>
              <a:spcAft>
                <a:spcPts val="0"/>
              </a:spcAft>
              <a:buSzPts val="2400"/>
              <a:buFont typeface="Unbounded"/>
              <a:buNone/>
              <a:defRPr sz="2400" b="1">
                <a:latin typeface="Unbounded"/>
                <a:ea typeface="Unbounded"/>
                <a:cs typeface="Unbounded"/>
                <a:sym typeface="Unbounded"/>
              </a:defRPr>
            </a:lvl8pPr>
            <a:lvl9pPr lvl="8">
              <a:lnSpc>
                <a:spcPct val="100000"/>
              </a:lnSpc>
              <a:spcBef>
                <a:spcPts val="0"/>
              </a:spcBef>
              <a:spcAft>
                <a:spcPts val="0"/>
              </a:spcAft>
              <a:buSzPts val="2400"/>
              <a:buFont typeface="Unbounded"/>
              <a:buNone/>
              <a:defRPr sz="2400" b="1">
                <a:latin typeface="Unbounded"/>
                <a:ea typeface="Unbounded"/>
                <a:cs typeface="Unbounded"/>
                <a:sym typeface="Unbounded"/>
              </a:defRPr>
            </a:lvl9pPr>
          </a:lstStyle>
          <a:p>
            <a:endParaRPr/>
          </a:p>
        </p:txBody>
      </p:sp>
      <p:grpSp>
        <p:nvGrpSpPr>
          <p:cNvPr id="257" name="Google Shape;257;p27"/>
          <p:cNvGrpSpPr/>
          <p:nvPr/>
        </p:nvGrpSpPr>
        <p:grpSpPr>
          <a:xfrm>
            <a:off x="2" y="156617"/>
            <a:ext cx="9096298" cy="4929890"/>
            <a:chOff x="2" y="156617"/>
            <a:chExt cx="9096298" cy="4929890"/>
          </a:xfrm>
        </p:grpSpPr>
        <p:grpSp>
          <p:nvGrpSpPr>
            <p:cNvPr id="258" name="Google Shape;258;p27"/>
            <p:cNvGrpSpPr/>
            <p:nvPr/>
          </p:nvGrpSpPr>
          <p:grpSpPr>
            <a:xfrm>
              <a:off x="2" y="156617"/>
              <a:ext cx="719987" cy="944360"/>
              <a:chOff x="2" y="156617"/>
              <a:chExt cx="719987" cy="944360"/>
            </a:xfrm>
          </p:grpSpPr>
          <p:pic>
            <p:nvPicPr>
              <p:cNvPr id="259" name="Google Shape;259;p27"/>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260" name="Google Shape;260;p27"/>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nvGrpSpPr>
            <p:cNvPr id="261" name="Google Shape;261;p27"/>
            <p:cNvGrpSpPr/>
            <p:nvPr/>
          </p:nvGrpSpPr>
          <p:grpSpPr>
            <a:xfrm>
              <a:off x="7993862" y="4509341"/>
              <a:ext cx="1102438" cy="577167"/>
              <a:chOff x="7993862" y="4509341"/>
              <a:chExt cx="1102438" cy="577167"/>
            </a:xfrm>
          </p:grpSpPr>
          <p:pic>
            <p:nvPicPr>
              <p:cNvPr id="262" name="Google Shape;262;p27"/>
              <p:cNvPicPr preferRelativeResize="0"/>
              <p:nvPr/>
            </p:nvPicPr>
            <p:blipFill>
              <a:blip r:embed="rId5">
                <a:alphaModFix/>
              </a:blip>
              <a:stretch>
                <a:fillRect/>
              </a:stretch>
            </p:blipFill>
            <p:spPr>
              <a:xfrm rot="1954086" flipH="1">
                <a:off x="8404052" y="4671936"/>
                <a:ext cx="677713" cy="251976"/>
              </a:xfrm>
              <a:prstGeom prst="rect">
                <a:avLst/>
              </a:prstGeom>
              <a:noFill/>
              <a:ln>
                <a:noFill/>
              </a:ln>
              <a:effectLst>
                <a:outerShdw blurRad="57150" dist="19050" dir="5400000" algn="bl" rotWithShape="0">
                  <a:schemeClr val="dk1">
                    <a:alpha val="50000"/>
                  </a:schemeClr>
                </a:outerShdw>
              </a:effectLst>
            </p:spPr>
          </p:pic>
          <p:pic>
            <p:nvPicPr>
              <p:cNvPr id="263" name="Google Shape;263;p27"/>
              <p:cNvPicPr preferRelativeResize="0"/>
              <p:nvPr/>
            </p:nvPicPr>
            <p:blipFill>
              <a:blip r:embed="rId4">
                <a:alphaModFix/>
              </a:blip>
              <a:stretch>
                <a:fillRect/>
              </a:stretch>
            </p:blipFill>
            <p:spPr>
              <a:xfrm flipH="1">
                <a:off x="7993862" y="4834518"/>
                <a:ext cx="765624" cy="251972"/>
              </a:xfrm>
              <a:prstGeom prst="rect">
                <a:avLst/>
              </a:prstGeom>
              <a:noFill/>
              <a:ln>
                <a:noFill/>
              </a:ln>
              <a:effectLst>
                <a:outerShdw blurRad="57150" dist="19050" dir="5400000" algn="bl" rotWithShape="0">
                  <a:schemeClr val="dk1">
                    <a:alpha val="50000"/>
                  </a:schemeClr>
                </a:outerShdw>
              </a:effectLst>
            </p:spPr>
          </p:pic>
        </p:grpSp>
      </p:grpSp>
      <p:sp>
        <p:nvSpPr>
          <p:cNvPr id="264" name="Google Shape;264;p27"/>
          <p:cNvSpPr txBox="1">
            <a:spLocks noGrp="1"/>
          </p:cNvSpPr>
          <p:nvPr>
            <p:ph type="sldNum" idx="12"/>
          </p:nvPr>
        </p:nvSpPr>
        <p:spPr>
          <a:xfrm>
            <a:off x="8430734" y="445026"/>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265"/>
        <p:cNvGrpSpPr/>
        <p:nvPr/>
      </p:nvGrpSpPr>
      <p:grpSpPr>
        <a:xfrm>
          <a:off x="0" y="0"/>
          <a:ext cx="0" cy="0"/>
          <a:chOff x="0" y="0"/>
          <a:chExt cx="0" cy="0"/>
        </a:xfrm>
      </p:grpSpPr>
      <p:pic>
        <p:nvPicPr>
          <p:cNvPr id="266" name="Google Shape;266;p28"/>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67" name="Google Shape;267;p28"/>
          <p:cNvSpPr txBox="1">
            <a:spLocks noGrp="1"/>
          </p:cNvSpPr>
          <p:nvPr>
            <p:ph type="title"/>
          </p:nvPr>
        </p:nvSpPr>
        <p:spPr>
          <a:xfrm>
            <a:off x="2013321" y="3456387"/>
            <a:ext cx="5607000" cy="661800"/>
          </a:xfrm>
          <a:prstGeom prst="rect">
            <a:avLst/>
          </a:prstGeom>
        </p:spPr>
        <p:txBody>
          <a:bodyPr spcFirstLastPara="1" wrap="square" lIns="91425" tIns="91425" rIns="91425" bIns="91425" anchor="t" anchorCtr="0">
            <a:noAutofit/>
          </a:bodyPr>
          <a:lstStyle>
            <a:lvl1pPr lvl="0" algn="r">
              <a:spcBef>
                <a:spcPts val="0"/>
              </a:spcBef>
              <a:spcAft>
                <a:spcPts val="0"/>
              </a:spcAft>
              <a:buSzPts val="3000"/>
              <a:buNone/>
              <a:defRPr sz="26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endParaRPr/>
          </a:p>
        </p:txBody>
      </p:sp>
      <p:sp>
        <p:nvSpPr>
          <p:cNvPr id="268" name="Google Shape;268;p28"/>
          <p:cNvSpPr txBox="1">
            <a:spLocks noGrp="1"/>
          </p:cNvSpPr>
          <p:nvPr>
            <p:ph type="subTitle" idx="1"/>
          </p:nvPr>
        </p:nvSpPr>
        <p:spPr>
          <a:xfrm>
            <a:off x="2013300" y="1122048"/>
            <a:ext cx="5607000" cy="2223900"/>
          </a:xfrm>
          <a:prstGeom prst="rect">
            <a:avLst/>
          </a:prstGeom>
        </p:spPr>
        <p:txBody>
          <a:bodyPr spcFirstLastPara="1" wrap="square" lIns="91425" tIns="91425" rIns="91425" bIns="91425" anchor="b" anchorCtr="0">
            <a:noAutofit/>
          </a:bodyPr>
          <a:lstStyle>
            <a:lvl1pPr lvl="0" algn="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a:endParaRPr/>
          </a:p>
        </p:txBody>
      </p:sp>
      <p:pic>
        <p:nvPicPr>
          <p:cNvPr id="269" name="Google Shape;269;p28"/>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dist="19050" dir="5400000" algn="bl" rotWithShape="0">
              <a:schemeClr val="dk1">
                <a:alpha val="50000"/>
              </a:schemeClr>
            </a:outerShdw>
          </a:effectLst>
        </p:spPr>
      </p:pic>
      <p:grpSp>
        <p:nvGrpSpPr>
          <p:cNvPr id="270" name="Google Shape;270;p28"/>
          <p:cNvGrpSpPr/>
          <p:nvPr/>
        </p:nvGrpSpPr>
        <p:grpSpPr>
          <a:xfrm>
            <a:off x="0" y="-859375"/>
            <a:ext cx="9755475" cy="6421100"/>
            <a:chOff x="0" y="-859375"/>
            <a:chExt cx="9755475" cy="6421100"/>
          </a:xfrm>
        </p:grpSpPr>
        <p:sp>
          <p:nvSpPr>
            <p:cNvPr id="271" name="Google Shape;271;p28"/>
            <p:cNvSpPr/>
            <p:nvPr/>
          </p:nvSpPr>
          <p:spPr>
            <a:xfrm rot="-5400000" flipH="1">
              <a:off x="6721950" y="3139675"/>
              <a:ext cx="8295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272" name="Google Shape;272;p28"/>
            <p:cNvGrpSpPr/>
            <p:nvPr/>
          </p:nvGrpSpPr>
          <p:grpSpPr>
            <a:xfrm flipH="1">
              <a:off x="0" y="-859375"/>
              <a:ext cx="2489300" cy="1740000"/>
              <a:chOff x="6148925" y="-872075"/>
              <a:chExt cx="2489300" cy="1740000"/>
            </a:xfrm>
          </p:grpSpPr>
          <p:sp>
            <p:nvSpPr>
              <p:cNvPr id="273" name="Google Shape;273;p28"/>
              <p:cNvSpPr/>
              <p:nvPr/>
            </p:nvSpPr>
            <p:spPr>
              <a:xfrm>
                <a:off x="6898225" y="-872075"/>
                <a:ext cx="1740000" cy="1740000"/>
              </a:xfrm>
              <a:prstGeom prst="pie">
                <a:avLst>
                  <a:gd name="adj1" fmla="val 0"/>
                  <a:gd name="adj2" fmla="val 1080014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274" name="Google Shape;274;p28"/>
              <p:cNvSpPr/>
              <p:nvPr/>
            </p:nvSpPr>
            <p:spPr>
              <a:xfrm rot="10800000">
                <a:off x="6148925" y="-604625"/>
                <a:ext cx="1205100" cy="1205100"/>
              </a:xfrm>
              <a:prstGeom prst="blockArc">
                <a:avLst>
                  <a:gd name="adj1" fmla="val 10800000"/>
                  <a:gd name="adj2" fmla="val 108721"/>
                  <a:gd name="adj3" fmla="val 22117"/>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275" name="Google Shape;275;p28"/>
            <p:cNvSpPr/>
            <p:nvPr/>
          </p:nvSpPr>
          <p:spPr>
            <a:xfrm rot="-5400000" flipH="1">
              <a:off x="8550375" y="893450"/>
              <a:ext cx="1205100" cy="1205100"/>
            </a:xfrm>
            <a:prstGeom prst="blockArc">
              <a:avLst>
                <a:gd name="adj1" fmla="val 10800000"/>
                <a:gd name="adj2" fmla="val 93824"/>
                <a:gd name="adj3" fmla="val 198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276" name="Google Shape;276;p28"/>
          <p:cNvSpPr txBox="1">
            <a:spLocks noGrp="1"/>
          </p:cNvSpPr>
          <p:nvPr>
            <p:ph type="sldNum" idx="12"/>
          </p:nvPr>
        </p:nvSpPr>
        <p:spPr>
          <a:xfrm>
            <a:off x="8430734" y="445026"/>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277"/>
        <p:cNvGrpSpPr/>
        <p:nvPr/>
      </p:nvGrpSpPr>
      <p:grpSpPr>
        <a:xfrm>
          <a:off x="0" y="0"/>
          <a:ext cx="0" cy="0"/>
          <a:chOff x="0" y="0"/>
          <a:chExt cx="0" cy="0"/>
        </a:xfrm>
      </p:grpSpPr>
      <p:pic>
        <p:nvPicPr>
          <p:cNvPr id="278" name="Google Shape;278;p29"/>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79" name="Google Shape;279;p29"/>
          <p:cNvSpPr txBox="1">
            <a:spLocks noGrp="1"/>
          </p:cNvSpPr>
          <p:nvPr>
            <p:ph type="title"/>
          </p:nvPr>
        </p:nvSpPr>
        <p:spPr>
          <a:xfrm>
            <a:off x="929000" y="1056375"/>
            <a:ext cx="3306000" cy="20760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280" name="Google Shape;280;p29"/>
          <p:cNvSpPr txBox="1">
            <a:spLocks noGrp="1"/>
          </p:cNvSpPr>
          <p:nvPr>
            <p:ph type="subTitle" idx="1"/>
          </p:nvPr>
        </p:nvSpPr>
        <p:spPr>
          <a:xfrm>
            <a:off x="929000" y="3132225"/>
            <a:ext cx="3306000" cy="11163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81" name="Google Shape;281;p29"/>
          <p:cNvSpPr>
            <a:spLocks noGrp="1"/>
          </p:cNvSpPr>
          <p:nvPr>
            <p:ph type="pic" idx="2"/>
          </p:nvPr>
        </p:nvSpPr>
        <p:spPr>
          <a:xfrm>
            <a:off x="4898950" y="533875"/>
            <a:ext cx="3489000" cy="4075800"/>
          </a:xfrm>
          <a:prstGeom prst="roundRect">
            <a:avLst>
              <a:gd name="adj" fmla="val 18268"/>
            </a:avLst>
          </a:prstGeom>
          <a:noFill/>
          <a:ln>
            <a:noFill/>
          </a:ln>
        </p:spPr>
      </p:sp>
      <p:grpSp>
        <p:nvGrpSpPr>
          <p:cNvPr id="282" name="Google Shape;282;p29"/>
          <p:cNvGrpSpPr/>
          <p:nvPr/>
        </p:nvGrpSpPr>
        <p:grpSpPr>
          <a:xfrm rot="5400000">
            <a:off x="-2006450" y="1404750"/>
            <a:ext cx="4014600" cy="1205100"/>
            <a:chOff x="150" y="4543750"/>
            <a:chExt cx="4014600" cy="1205100"/>
          </a:xfrm>
        </p:grpSpPr>
        <p:sp>
          <p:nvSpPr>
            <p:cNvPr id="283" name="Google Shape;283;p29"/>
            <p:cNvSpPr/>
            <p:nvPr/>
          </p:nvSpPr>
          <p:spPr>
            <a:xfrm rot="5400000">
              <a:off x="1622250" y="3110125"/>
              <a:ext cx="7704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284" name="Google Shape;284;p29"/>
            <p:cNvSpPr/>
            <p:nvPr/>
          </p:nvSpPr>
          <p:spPr>
            <a:xfrm>
              <a:off x="2283875" y="4543750"/>
              <a:ext cx="1205100" cy="1205100"/>
            </a:xfrm>
            <a:prstGeom prst="blockArc">
              <a:avLst>
                <a:gd name="adj1" fmla="val 10800000"/>
                <a:gd name="adj2" fmla="val 93824"/>
                <a:gd name="adj3" fmla="val 19896"/>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285" name="Google Shape;285;p29"/>
          <p:cNvSpPr txBox="1">
            <a:spLocks noGrp="1"/>
          </p:cNvSpPr>
          <p:nvPr>
            <p:ph type="sldNum" idx="12"/>
          </p:nvPr>
        </p:nvSpPr>
        <p:spPr>
          <a:xfrm>
            <a:off x="8430734" y="445026"/>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286"/>
        <p:cNvGrpSpPr/>
        <p:nvPr/>
      </p:nvGrpSpPr>
      <p:grpSpPr>
        <a:xfrm>
          <a:off x="0" y="0"/>
          <a:ext cx="0" cy="0"/>
          <a:chOff x="0" y="0"/>
          <a:chExt cx="0" cy="0"/>
        </a:xfrm>
      </p:grpSpPr>
      <p:pic>
        <p:nvPicPr>
          <p:cNvPr id="287" name="Google Shape;287;p30"/>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88" name="Google Shape;288;p30"/>
          <p:cNvSpPr txBox="1">
            <a:spLocks noGrp="1"/>
          </p:cNvSpPr>
          <p:nvPr>
            <p:ph type="title"/>
          </p:nvPr>
        </p:nvSpPr>
        <p:spPr>
          <a:xfrm>
            <a:off x="900325" y="1526875"/>
            <a:ext cx="3051900" cy="10632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289" name="Google Shape;289;p30"/>
          <p:cNvSpPr txBox="1">
            <a:spLocks noGrp="1"/>
          </p:cNvSpPr>
          <p:nvPr>
            <p:ph type="subTitle" idx="1"/>
          </p:nvPr>
        </p:nvSpPr>
        <p:spPr>
          <a:xfrm>
            <a:off x="900325" y="2590075"/>
            <a:ext cx="3051900" cy="9918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290" name="Google Shape;290;p30"/>
          <p:cNvGrpSpPr/>
          <p:nvPr/>
        </p:nvGrpSpPr>
        <p:grpSpPr>
          <a:xfrm>
            <a:off x="0" y="-859375"/>
            <a:ext cx="9755475" cy="6421100"/>
            <a:chOff x="0" y="-859375"/>
            <a:chExt cx="9755475" cy="6421100"/>
          </a:xfrm>
        </p:grpSpPr>
        <p:sp>
          <p:nvSpPr>
            <p:cNvPr id="291" name="Google Shape;291;p30"/>
            <p:cNvSpPr/>
            <p:nvPr/>
          </p:nvSpPr>
          <p:spPr>
            <a:xfrm rot="-5400000" flipH="1">
              <a:off x="6721950" y="3139675"/>
              <a:ext cx="8295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292" name="Google Shape;292;p30"/>
            <p:cNvGrpSpPr/>
            <p:nvPr/>
          </p:nvGrpSpPr>
          <p:grpSpPr>
            <a:xfrm flipH="1">
              <a:off x="0" y="-859375"/>
              <a:ext cx="2489300" cy="1740000"/>
              <a:chOff x="6148925" y="-872075"/>
              <a:chExt cx="2489300" cy="1740000"/>
            </a:xfrm>
          </p:grpSpPr>
          <p:sp>
            <p:nvSpPr>
              <p:cNvPr id="293" name="Google Shape;293;p30"/>
              <p:cNvSpPr/>
              <p:nvPr/>
            </p:nvSpPr>
            <p:spPr>
              <a:xfrm>
                <a:off x="6898225" y="-872075"/>
                <a:ext cx="1740000" cy="1740000"/>
              </a:xfrm>
              <a:prstGeom prst="pie">
                <a:avLst>
                  <a:gd name="adj1" fmla="val 0"/>
                  <a:gd name="adj2" fmla="val 1080014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294" name="Google Shape;294;p30"/>
              <p:cNvSpPr/>
              <p:nvPr/>
            </p:nvSpPr>
            <p:spPr>
              <a:xfrm rot="10800000">
                <a:off x="6148925" y="-604625"/>
                <a:ext cx="1205100" cy="1205100"/>
              </a:xfrm>
              <a:prstGeom prst="blockArc">
                <a:avLst>
                  <a:gd name="adj1" fmla="val 10800000"/>
                  <a:gd name="adj2" fmla="val 108721"/>
                  <a:gd name="adj3" fmla="val 22117"/>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295" name="Google Shape;295;p30"/>
            <p:cNvSpPr/>
            <p:nvPr/>
          </p:nvSpPr>
          <p:spPr>
            <a:xfrm rot="-5400000" flipH="1">
              <a:off x="8550375" y="893450"/>
              <a:ext cx="1205100" cy="1205100"/>
            </a:xfrm>
            <a:prstGeom prst="blockArc">
              <a:avLst>
                <a:gd name="adj1" fmla="val 10800000"/>
                <a:gd name="adj2" fmla="val 93824"/>
                <a:gd name="adj3" fmla="val 198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296" name="Google Shape;296;p30"/>
          <p:cNvSpPr txBox="1">
            <a:spLocks noGrp="1"/>
          </p:cNvSpPr>
          <p:nvPr>
            <p:ph type="sldNum" idx="12"/>
          </p:nvPr>
        </p:nvSpPr>
        <p:spPr>
          <a:xfrm>
            <a:off x="8430734" y="445026"/>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1" name="Shape 297"/>
        <p:cNvGrpSpPr/>
        <p:nvPr/>
      </p:nvGrpSpPr>
      <p:grpSpPr>
        <a:xfrm>
          <a:off x="0" y="0"/>
          <a:ext cx="0" cy="0"/>
          <a:chOff x="0" y="0"/>
          <a:chExt cx="0" cy="0"/>
        </a:xfrm>
      </p:grpSpPr>
      <p:pic>
        <p:nvPicPr>
          <p:cNvPr id="298" name="Google Shape;298;p31"/>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99" name="Google Shape;299;p31"/>
          <p:cNvSpPr txBox="1">
            <a:spLocks noGrp="1"/>
          </p:cNvSpPr>
          <p:nvPr>
            <p:ph type="title"/>
          </p:nvPr>
        </p:nvSpPr>
        <p:spPr>
          <a:xfrm>
            <a:off x="4856624" y="1396050"/>
            <a:ext cx="3123300" cy="1060800"/>
          </a:xfrm>
          <a:prstGeom prst="rect">
            <a:avLst/>
          </a:prstGeom>
        </p:spPr>
        <p:txBody>
          <a:bodyPr spcFirstLastPara="1" wrap="square" lIns="91425" tIns="91425" rIns="91425" bIns="91425" anchor="b" anchorCtr="0">
            <a:noAutofit/>
          </a:bodyPr>
          <a:lstStyle>
            <a:lvl1pPr lvl="0" algn="r">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300" name="Google Shape;300;p31"/>
          <p:cNvSpPr txBox="1">
            <a:spLocks noGrp="1"/>
          </p:cNvSpPr>
          <p:nvPr>
            <p:ph type="subTitle" idx="1"/>
          </p:nvPr>
        </p:nvSpPr>
        <p:spPr>
          <a:xfrm>
            <a:off x="4856775" y="2456850"/>
            <a:ext cx="3123300" cy="1290600"/>
          </a:xfrm>
          <a:prstGeom prst="rect">
            <a:avLst/>
          </a:prstGeom>
        </p:spPr>
        <p:txBody>
          <a:bodyPr spcFirstLastPara="1" wrap="square" lIns="91425" tIns="91425" rIns="91425" bIns="91425" anchor="t" anchorCtr="0">
            <a:noAutofit/>
          </a:bodyPr>
          <a:lstStyle>
            <a:lvl1pPr lvl="0" algn="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301" name="Google Shape;301;p31"/>
          <p:cNvGrpSpPr/>
          <p:nvPr/>
        </p:nvGrpSpPr>
        <p:grpSpPr>
          <a:xfrm>
            <a:off x="-601700" y="0"/>
            <a:ext cx="10705100" cy="4676150"/>
            <a:chOff x="-601700" y="0"/>
            <a:chExt cx="10705100" cy="4676150"/>
          </a:xfrm>
        </p:grpSpPr>
        <p:sp>
          <p:nvSpPr>
            <p:cNvPr id="302" name="Google Shape;302;p31"/>
            <p:cNvSpPr/>
            <p:nvPr/>
          </p:nvSpPr>
          <p:spPr>
            <a:xfrm rot="-5400000">
              <a:off x="8206500" y="2779250"/>
              <a:ext cx="1896900" cy="1896900"/>
            </a:xfrm>
            <a:prstGeom prst="blockArc">
              <a:avLst>
                <a:gd name="adj1" fmla="val 10800000"/>
                <a:gd name="adj2" fmla="val 21596677"/>
                <a:gd name="adj3" fmla="val 11819"/>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303" name="Google Shape;303;p31"/>
            <p:cNvGrpSpPr/>
            <p:nvPr/>
          </p:nvGrpSpPr>
          <p:grpSpPr>
            <a:xfrm rot="5400000">
              <a:off x="-2006450" y="1404750"/>
              <a:ext cx="4014600" cy="1205100"/>
              <a:chOff x="150" y="4543750"/>
              <a:chExt cx="4014600" cy="1205100"/>
            </a:xfrm>
          </p:grpSpPr>
          <p:sp>
            <p:nvSpPr>
              <p:cNvPr id="304" name="Google Shape;304;p31"/>
              <p:cNvSpPr/>
              <p:nvPr/>
            </p:nvSpPr>
            <p:spPr>
              <a:xfrm rot="5400000">
                <a:off x="1622250" y="3110125"/>
                <a:ext cx="7704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305" name="Google Shape;305;p31"/>
              <p:cNvSpPr/>
              <p:nvPr/>
            </p:nvSpPr>
            <p:spPr>
              <a:xfrm>
                <a:off x="2283875" y="4543750"/>
                <a:ext cx="1205100" cy="1205100"/>
              </a:xfrm>
              <a:prstGeom prst="blockArc">
                <a:avLst>
                  <a:gd name="adj1" fmla="val 10800000"/>
                  <a:gd name="adj2" fmla="val 93824"/>
                  <a:gd name="adj3" fmla="val 19896"/>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grpSp>
        <p:nvGrpSpPr>
          <p:cNvPr id="306" name="Google Shape;306;p31"/>
          <p:cNvGrpSpPr/>
          <p:nvPr/>
        </p:nvGrpSpPr>
        <p:grpSpPr>
          <a:xfrm>
            <a:off x="8206512" y="4230524"/>
            <a:ext cx="848365" cy="950159"/>
            <a:chOff x="41662" y="277999"/>
            <a:chExt cx="848365" cy="950159"/>
          </a:xfrm>
        </p:grpSpPr>
        <p:pic>
          <p:nvPicPr>
            <p:cNvPr id="307" name="Google Shape;307;p31"/>
            <p:cNvPicPr preferRelativeResize="0"/>
            <p:nvPr/>
          </p:nvPicPr>
          <p:blipFill>
            <a:blip r:embed="rId3">
              <a:alphaModFix/>
            </a:blip>
            <a:stretch>
              <a:fillRect/>
            </a:stretch>
          </p:blipFill>
          <p:spPr>
            <a:xfrm rot="-1083129" flipH="1">
              <a:off x="101303" y="652430"/>
              <a:ext cx="646323" cy="487587"/>
            </a:xfrm>
            <a:prstGeom prst="rect">
              <a:avLst/>
            </a:prstGeom>
            <a:noFill/>
            <a:ln>
              <a:noFill/>
            </a:ln>
            <a:effectLst>
              <a:outerShdw blurRad="57150" dist="19050" dir="5400000" algn="bl" rotWithShape="0">
                <a:schemeClr val="dk1">
                  <a:alpha val="50000"/>
                </a:schemeClr>
              </a:outerShdw>
            </a:effectLst>
          </p:spPr>
        </p:pic>
        <p:pic>
          <p:nvPicPr>
            <p:cNvPr id="308" name="Google Shape;308;p31"/>
            <p:cNvPicPr preferRelativeResize="0"/>
            <p:nvPr/>
          </p:nvPicPr>
          <p:blipFill>
            <a:blip r:embed="rId3">
              <a:alphaModFix/>
            </a:blip>
            <a:stretch>
              <a:fillRect/>
            </a:stretch>
          </p:blipFill>
          <p:spPr>
            <a:xfrm rot="-5826171" flipH="1">
              <a:off x="570466" y="412512"/>
              <a:ext cx="341359" cy="257531"/>
            </a:xfrm>
            <a:prstGeom prst="rect">
              <a:avLst/>
            </a:prstGeom>
            <a:noFill/>
            <a:ln>
              <a:noFill/>
            </a:ln>
            <a:effectLst>
              <a:outerShdw blurRad="57150" dist="19050" dir="5400000" algn="bl" rotWithShape="0">
                <a:schemeClr val="dk1">
                  <a:alpha val="50000"/>
                </a:schemeClr>
              </a:outerShdw>
            </a:effectLst>
          </p:spPr>
        </p:pic>
        <p:pic>
          <p:nvPicPr>
            <p:cNvPr id="309" name="Google Shape;309;p31"/>
            <p:cNvPicPr preferRelativeResize="0"/>
            <p:nvPr/>
          </p:nvPicPr>
          <p:blipFill>
            <a:blip r:embed="rId4">
              <a:alphaModFix/>
            </a:blip>
            <a:stretch>
              <a:fillRect/>
            </a:stretch>
          </p:blipFill>
          <p:spPr>
            <a:xfrm rot="-8300824" flipH="1">
              <a:off x="200914" y="402080"/>
              <a:ext cx="447091" cy="193739"/>
            </a:xfrm>
            <a:prstGeom prst="rect">
              <a:avLst/>
            </a:prstGeom>
            <a:noFill/>
            <a:ln>
              <a:noFill/>
            </a:ln>
            <a:effectLst>
              <a:outerShdw blurRad="57150" dist="19050" dir="5400000" algn="bl" rotWithShape="0">
                <a:schemeClr val="dk1">
                  <a:alpha val="50000"/>
                </a:schemeClr>
              </a:outerShdw>
            </a:effectLst>
          </p:spPr>
        </p:pic>
      </p:grpSp>
      <p:sp>
        <p:nvSpPr>
          <p:cNvPr id="310" name="Google Shape;310;p31"/>
          <p:cNvSpPr txBox="1">
            <a:spLocks noGrp="1"/>
          </p:cNvSpPr>
          <p:nvPr>
            <p:ph type="sldNum" idx="12"/>
          </p:nvPr>
        </p:nvSpPr>
        <p:spPr>
          <a:xfrm>
            <a:off x="8430734" y="445026"/>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311"/>
        <p:cNvGrpSpPr/>
        <p:nvPr/>
      </p:nvGrpSpPr>
      <p:grpSpPr>
        <a:xfrm>
          <a:off x="0" y="0"/>
          <a:ext cx="0" cy="0"/>
          <a:chOff x="0" y="0"/>
          <a:chExt cx="0" cy="0"/>
        </a:xfrm>
      </p:grpSpPr>
      <p:pic>
        <p:nvPicPr>
          <p:cNvPr id="312" name="Google Shape;312;p32"/>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13" name="Google Shape;313;p3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314" name="Google Shape;314;p32"/>
          <p:cNvSpPr txBox="1">
            <a:spLocks noGrp="1"/>
          </p:cNvSpPr>
          <p:nvPr>
            <p:ph type="subTitle" idx="1"/>
          </p:nvPr>
        </p:nvSpPr>
        <p:spPr>
          <a:xfrm>
            <a:off x="4959198" y="3398399"/>
            <a:ext cx="2910900" cy="10107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15" name="Google Shape;315;p32"/>
          <p:cNvSpPr txBox="1">
            <a:spLocks noGrp="1"/>
          </p:cNvSpPr>
          <p:nvPr>
            <p:ph type="subTitle" idx="2"/>
          </p:nvPr>
        </p:nvSpPr>
        <p:spPr>
          <a:xfrm>
            <a:off x="1273909" y="3398399"/>
            <a:ext cx="2910900" cy="10107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16" name="Google Shape;316;p32"/>
          <p:cNvSpPr txBox="1">
            <a:spLocks noGrp="1"/>
          </p:cNvSpPr>
          <p:nvPr>
            <p:ph type="subTitle" idx="3"/>
          </p:nvPr>
        </p:nvSpPr>
        <p:spPr>
          <a:xfrm>
            <a:off x="1273897" y="2974875"/>
            <a:ext cx="2910900" cy="423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317" name="Google Shape;317;p32"/>
          <p:cNvSpPr txBox="1">
            <a:spLocks noGrp="1"/>
          </p:cNvSpPr>
          <p:nvPr>
            <p:ph type="subTitle" idx="4"/>
          </p:nvPr>
        </p:nvSpPr>
        <p:spPr>
          <a:xfrm>
            <a:off x="4959203" y="2974875"/>
            <a:ext cx="2910900" cy="423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grpSp>
        <p:nvGrpSpPr>
          <p:cNvPr id="318" name="Google Shape;318;p32"/>
          <p:cNvGrpSpPr/>
          <p:nvPr/>
        </p:nvGrpSpPr>
        <p:grpSpPr>
          <a:xfrm>
            <a:off x="-501600" y="128825"/>
            <a:ext cx="10252550" cy="5418500"/>
            <a:chOff x="-501600" y="128825"/>
            <a:chExt cx="10252550" cy="5418500"/>
          </a:xfrm>
        </p:grpSpPr>
        <p:sp>
          <p:nvSpPr>
            <p:cNvPr id="319" name="Google Shape;319;p32"/>
            <p:cNvSpPr/>
            <p:nvPr/>
          </p:nvSpPr>
          <p:spPr>
            <a:xfrm rot="-5400000" flipH="1">
              <a:off x="6729150" y="3132475"/>
              <a:ext cx="8151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320" name="Google Shape;320;p32"/>
            <p:cNvSpPr/>
            <p:nvPr/>
          </p:nvSpPr>
          <p:spPr>
            <a:xfrm rot="-5400000" flipH="1">
              <a:off x="8545850" y="128825"/>
              <a:ext cx="1205100" cy="1205100"/>
            </a:xfrm>
            <a:prstGeom prst="blockArc">
              <a:avLst>
                <a:gd name="adj1" fmla="val 10800000"/>
                <a:gd name="adj2" fmla="val 93824"/>
                <a:gd name="adj3" fmla="val 198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321" name="Google Shape;321;p32"/>
            <p:cNvSpPr/>
            <p:nvPr/>
          </p:nvSpPr>
          <p:spPr>
            <a:xfrm flipH="1">
              <a:off x="-501600" y="2817900"/>
              <a:ext cx="1001100" cy="2325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322" name="Google Shape;322;p32"/>
          <p:cNvGrpSpPr/>
          <p:nvPr/>
        </p:nvGrpSpPr>
        <p:grpSpPr>
          <a:xfrm>
            <a:off x="2" y="156617"/>
            <a:ext cx="9088698" cy="4882915"/>
            <a:chOff x="2" y="156617"/>
            <a:chExt cx="9088698" cy="4882915"/>
          </a:xfrm>
        </p:grpSpPr>
        <p:grpSp>
          <p:nvGrpSpPr>
            <p:cNvPr id="323" name="Google Shape;323;p32"/>
            <p:cNvGrpSpPr/>
            <p:nvPr/>
          </p:nvGrpSpPr>
          <p:grpSpPr>
            <a:xfrm>
              <a:off x="2" y="156617"/>
              <a:ext cx="719987" cy="944360"/>
              <a:chOff x="2" y="156617"/>
              <a:chExt cx="719987" cy="944360"/>
            </a:xfrm>
          </p:grpSpPr>
          <p:pic>
            <p:nvPicPr>
              <p:cNvPr id="324" name="Google Shape;324;p32"/>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325" name="Google Shape;325;p32"/>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nvGrpSpPr>
            <p:cNvPr id="326" name="Google Shape;326;p32"/>
            <p:cNvGrpSpPr/>
            <p:nvPr/>
          </p:nvGrpSpPr>
          <p:grpSpPr>
            <a:xfrm>
              <a:off x="7986262" y="4462366"/>
              <a:ext cx="1102438" cy="577167"/>
              <a:chOff x="359837" y="4401391"/>
              <a:chExt cx="1102438" cy="577167"/>
            </a:xfrm>
          </p:grpSpPr>
          <p:pic>
            <p:nvPicPr>
              <p:cNvPr id="327" name="Google Shape;327;p32"/>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328" name="Google Shape;328;p32"/>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sp>
        <p:nvSpPr>
          <p:cNvPr id="329" name="Google Shape;329;p32"/>
          <p:cNvSpPr txBox="1">
            <a:spLocks noGrp="1"/>
          </p:cNvSpPr>
          <p:nvPr>
            <p:ph type="sldNum" idx="12"/>
          </p:nvPr>
        </p:nvSpPr>
        <p:spPr>
          <a:xfrm>
            <a:off x="8430734" y="445026"/>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330"/>
        <p:cNvGrpSpPr/>
        <p:nvPr/>
      </p:nvGrpSpPr>
      <p:grpSpPr>
        <a:xfrm>
          <a:off x="0" y="0"/>
          <a:ext cx="0" cy="0"/>
          <a:chOff x="0" y="0"/>
          <a:chExt cx="0" cy="0"/>
        </a:xfrm>
      </p:grpSpPr>
      <p:pic>
        <p:nvPicPr>
          <p:cNvPr id="331" name="Google Shape;331;p33"/>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32" name="Google Shape;332;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333" name="Google Shape;333;p33"/>
          <p:cNvSpPr txBox="1">
            <a:spLocks noGrp="1"/>
          </p:cNvSpPr>
          <p:nvPr>
            <p:ph type="subTitle" idx="1"/>
          </p:nvPr>
        </p:nvSpPr>
        <p:spPr>
          <a:xfrm>
            <a:off x="4850130" y="1874500"/>
            <a:ext cx="3479700" cy="18390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34" name="Google Shape;334;p33"/>
          <p:cNvSpPr txBox="1">
            <a:spLocks noGrp="1"/>
          </p:cNvSpPr>
          <p:nvPr>
            <p:ph type="subTitle" idx="2"/>
          </p:nvPr>
        </p:nvSpPr>
        <p:spPr>
          <a:xfrm>
            <a:off x="814175" y="1874500"/>
            <a:ext cx="3479700" cy="18390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335" name="Google Shape;335;p33"/>
          <p:cNvGrpSpPr/>
          <p:nvPr/>
        </p:nvGrpSpPr>
        <p:grpSpPr>
          <a:xfrm>
            <a:off x="275000" y="0"/>
            <a:ext cx="9374500" cy="5748850"/>
            <a:chOff x="275000" y="0"/>
            <a:chExt cx="9374500" cy="5748850"/>
          </a:xfrm>
        </p:grpSpPr>
        <p:sp>
          <p:nvSpPr>
            <p:cNvPr id="336" name="Google Shape;336;p33"/>
            <p:cNvSpPr/>
            <p:nvPr/>
          </p:nvSpPr>
          <p:spPr>
            <a:xfrm rot="-5400000" flipH="1">
              <a:off x="6729150" y="3132475"/>
              <a:ext cx="8151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337" name="Google Shape;337;p33"/>
            <p:cNvSpPr/>
            <p:nvPr/>
          </p:nvSpPr>
          <p:spPr>
            <a:xfrm flipH="1">
              <a:off x="275000" y="4543750"/>
              <a:ext cx="1205100" cy="1205100"/>
            </a:xfrm>
            <a:prstGeom prst="blockArc">
              <a:avLst>
                <a:gd name="adj1" fmla="val 10800000"/>
                <a:gd name="adj2" fmla="val 93824"/>
                <a:gd name="adj3" fmla="val 198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338" name="Google Shape;338;p33"/>
            <p:cNvSpPr/>
            <p:nvPr/>
          </p:nvSpPr>
          <p:spPr>
            <a:xfrm rot="10800000" flipH="1">
              <a:off x="8648400" y="0"/>
              <a:ext cx="1001100" cy="2325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339" name="Google Shape;339;p33"/>
          <p:cNvGrpSpPr/>
          <p:nvPr/>
        </p:nvGrpSpPr>
        <p:grpSpPr>
          <a:xfrm>
            <a:off x="2" y="156617"/>
            <a:ext cx="9088698" cy="4882915"/>
            <a:chOff x="2" y="156617"/>
            <a:chExt cx="9088698" cy="4882915"/>
          </a:xfrm>
        </p:grpSpPr>
        <p:grpSp>
          <p:nvGrpSpPr>
            <p:cNvPr id="340" name="Google Shape;340;p33"/>
            <p:cNvGrpSpPr/>
            <p:nvPr/>
          </p:nvGrpSpPr>
          <p:grpSpPr>
            <a:xfrm>
              <a:off x="2" y="156617"/>
              <a:ext cx="719987" cy="944360"/>
              <a:chOff x="2" y="156617"/>
              <a:chExt cx="719987" cy="944360"/>
            </a:xfrm>
          </p:grpSpPr>
          <p:pic>
            <p:nvPicPr>
              <p:cNvPr id="341" name="Google Shape;341;p33"/>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342" name="Google Shape;342;p33"/>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nvGrpSpPr>
            <p:cNvPr id="343" name="Google Shape;343;p33"/>
            <p:cNvGrpSpPr/>
            <p:nvPr/>
          </p:nvGrpSpPr>
          <p:grpSpPr>
            <a:xfrm>
              <a:off x="7986262" y="4462366"/>
              <a:ext cx="1102438" cy="577167"/>
              <a:chOff x="359837" y="4401391"/>
              <a:chExt cx="1102438" cy="577167"/>
            </a:xfrm>
          </p:grpSpPr>
          <p:pic>
            <p:nvPicPr>
              <p:cNvPr id="344" name="Google Shape;344;p33"/>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345" name="Google Shape;345;p33"/>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sp>
        <p:nvSpPr>
          <p:cNvPr id="346" name="Google Shape;346;p33"/>
          <p:cNvSpPr txBox="1">
            <a:spLocks noGrp="1"/>
          </p:cNvSpPr>
          <p:nvPr>
            <p:ph type="sldNum" idx="12"/>
          </p:nvPr>
        </p:nvSpPr>
        <p:spPr>
          <a:xfrm>
            <a:off x="8430734" y="445026"/>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347"/>
        <p:cNvGrpSpPr/>
        <p:nvPr/>
      </p:nvGrpSpPr>
      <p:grpSpPr>
        <a:xfrm>
          <a:off x="0" y="0"/>
          <a:ext cx="0" cy="0"/>
          <a:chOff x="0" y="0"/>
          <a:chExt cx="0" cy="0"/>
        </a:xfrm>
      </p:grpSpPr>
      <p:pic>
        <p:nvPicPr>
          <p:cNvPr id="348" name="Google Shape;348;p34"/>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49" name="Google Shape;349;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350" name="Google Shape;350;p34"/>
          <p:cNvSpPr txBox="1">
            <a:spLocks noGrp="1"/>
          </p:cNvSpPr>
          <p:nvPr>
            <p:ph type="subTitle" idx="1"/>
          </p:nvPr>
        </p:nvSpPr>
        <p:spPr>
          <a:xfrm>
            <a:off x="828825" y="3250127"/>
            <a:ext cx="2240400" cy="10155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51" name="Google Shape;351;p34"/>
          <p:cNvSpPr txBox="1">
            <a:spLocks noGrp="1"/>
          </p:cNvSpPr>
          <p:nvPr>
            <p:ph type="subTitle" idx="2"/>
          </p:nvPr>
        </p:nvSpPr>
        <p:spPr>
          <a:xfrm>
            <a:off x="3451795" y="3250127"/>
            <a:ext cx="2240400" cy="10155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52" name="Google Shape;352;p34"/>
          <p:cNvSpPr txBox="1">
            <a:spLocks noGrp="1"/>
          </p:cNvSpPr>
          <p:nvPr>
            <p:ph type="subTitle" idx="3"/>
          </p:nvPr>
        </p:nvSpPr>
        <p:spPr>
          <a:xfrm>
            <a:off x="6074772" y="3250127"/>
            <a:ext cx="2240400" cy="10155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53" name="Google Shape;353;p34"/>
          <p:cNvSpPr txBox="1">
            <a:spLocks noGrp="1"/>
          </p:cNvSpPr>
          <p:nvPr>
            <p:ph type="subTitle" idx="4"/>
          </p:nvPr>
        </p:nvSpPr>
        <p:spPr>
          <a:xfrm>
            <a:off x="828825" y="2779250"/>
            <a:ext cx="2240400" cy="4710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354" name="Google Shape;354;p34"/>
          <p:cNvSpPr txBox="1">
            <a:spLocks noGrp="1"/>
          </p:cNvSpPr>
          <p:nvPr>
            <p:ph type="subTitle" idx="5"/>
          </p:nvPr>
        </p:nvSpPr>
        <p:spPr>
          <a:xfrm>
            <a:off x="3451798" y="2779250"/>
            <a:ext cx="2240400" cy="4710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355" name="Google Shape;355;p34"/>
          <p:cNvSpPr txBox="1">
            <a:spLocks noGrp="1"/>
          </p:cNvSpPr>
          <p:nvPr>
            <p:ph type="subTitle" idx="6"/>
          </p:nvPr>
        </p:nvSpPr>
        <p:spPr>
          <a:xfrm>
            <a:off x="6074772" y="2779250"/>
            <a:ext cx="2240400" cy="4710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grpSp>
        <p:nvGrpSpPr>
          <p:cNvPr id="356" name="Google Shape;356;p34"/>
          <p:cNvGrpSpPr/>
          <p:nvPr/>
        </p:nvGrpSpPr>
        <p:grpSpPr>
          <a:xfrm>
            <a:off x="-601700" y="0"/>
            <a:ext cx="10705100" cy="4676150"/>
            <a:chOff x="-601700" y="0"/>
            <a:chExt cx="10705100" cy="4676150"/>
          </a:xfrm>
        </p:grpSpPr>
        <p:sp>
          <p:nvSpPr>
            <p:cNvPr id="357" name="Google Shape;357;p34"/>
            <p:cNvSpPr/>
            <p:nvPr/>
          </p:nvSpPr>
          <p:spPr>
            <a:xfrm rot="-5400000">
              <a:off x="8206500" y="2779250"/>
              <a:ext cx="1896900" cy="1896900"/>
            </a:xfrm>
            <a:prstGeom prst="blockArc">
              <a:avLst>
                <a:gd name="adj1" fmla="val 10800000"/>
                <a:gd name="adj2" fmla="val 21596677"/>
                <a:gd name="adj3" fmla="val 11819"/>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358" name="Google Shape;358;p34"/>
            <p:cNvGrpSpPr/>
            <p:nvPr/>
          </p:nvGrpSpPr>
          <p:grpSpPr>
            <a:xfrm rot="5400000">
              <a:off x="-2006450" y="1404750"/>
              <a:ext cx="4014600" cy="1205100"/>
              <a:chOff x="150" y="4543750"/>
              <a:chExt cx="4014600" cy="1205100"/>
            </a:xfrm>
          </p:grpSpPr>
          <p:sp>
            <p:nvSpPr>
              <p:cNvPr id="359" name="Google Shape;359;p34"/>
              <p:cNvSpPr/>
              <p:nvPr/>
            </p:nvSpPr>
            <p:spPr>
              <a:xfrm rot="5400000">
                <a:off x="1622250" y="3110125"/>
                <a:ext cx="7704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360" name="Google Shape;360;p34"/>
              <p:cNvSpPr/>
              <p:nvPr/>
            </p:nvSpPr>
            <p:spPr>
              <a:xfrm>
                <a:off x="2283875" y="4543750"/>
                <a:ext cx="1205100" cy="1205100"/>
              </a:xfrm>
              <a:prstGeom prst="blockArc">
                <a:avLst>
                  <a:gd name="adj1" fmla="val 10800000"/>
                  <a:gd name="adj2" fmla="val 93824"/>
                  <a:gd name="adj3" fmla="val 19896"/>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grpSp>
        <p:nvGrpSpPr>
          <p:cNvPr id="361" name="Google Shape;361;p34"/>
          <p:cNvGrpSpPr/>
          <p:nvPr/>
        </p:nvGrpSpPr>
        <p:grpSpPr>
          <a:xfrm>
            <a:off x="2" y="156617"/>
            <a:ext cx="9054876" cy="5024066"/>
            <a:chOff x="2" y="156617"/>
            <a:chExt cx="9054876" cy="5024066"/>
          </a:xfrm>
        </p:grpSpPr>
        <p:grpSp>
          <p:nvGrpSpPr>
            <p:cNvPr id="362" name="Google Shape;362;p34"/>
            <p:cNvGrpSpPr/>
            <p:nvPr/>
          </p:nvGrpSpPr>
          <p:grpSpPr>
            <a:xfrm>
              <a:off x="8206512" y="4230524"/>
              <a:ext cx="848365" cy="950159"/>
              <a:chOff x="41662" y="277999"/>
              <a:chExt cx="848365" cy="950159"/>
            </a:xfrm>
          </p:grpSpPr>
          <p:pic>
            <p:nvPicPr>
              <p:cNvPr id="363" name="Google Shape;363;p34"/>
              <p:cNvPicPr preferRelativeResize="0"/>
              <p:nvPr/>
            </p:nvPicPr>
            <p:blipFill>
              <a:blip r:embed="rId3">
                <a:alphaModFix/>
              </a:blip>
              <a:stretch>
                <a:fillRect/>
              </a:stretch>
            </p:blipFill>
            <p:spPr>
              <a:xfrm rot="-1083129" flipH="1">
                <a:off x="101303" y="652430"/>
                <a:ext cx="646323" cy="487587"/>
              </a:xfrm>
              <a:prstGeom prst="rect">
                <a:avLst/>
              </a:prstGeom>
              <a:noFill/>
              <a:ln>
                <a:noFill/>
              </a:ln>
              <a:effectLst>
                <a:outerShdw blurRad="57150" dist="19050" dir="5400000" algn="bl" rotWithShape="0">
                  <a:schemeClr val="dk1">
                    <a:alpha val="50000"/>
                  </a:schemeClr>
                </a:outerShdw>
              </a:effectLst>
            </p:spPr>
          </p:pic>
          <p:pic>
            <p:nvPicPr>
              <p:cNvPr id="364" name="Google Shape;364;p34"/>
              <p:cNvPicPr preferRelativeResize="0"/>
              <p:nvPr/>
            </p:nvPicPr>
            <p:blipFill>
              <a:blip r:embed="rId3">
                <a:alphaModFix/>
              </a:blip>
              <a:stretch>
                <a:fillRect/>
              </a:stretch>
            </p:blipFill>
            <p:spPr>
              <a:xfrm rot="-5826171" flipH="1">
                <a:off x="570466" y="412512"/>
                <a:ext cx="341359" cy="257531"/>
              </a:xfrm>
              <a:prstGeom prst="rect">
                <a:avLst/>
              </a:prstGeom>
              <a:noFill/>
              <a:ln>
                <a:noFill/>
              </a:ln>
              <a:effectLst>
                <a:outerShdw blurRad="57150" dist="19050" dir="5400000" algn="bl" rotWithShape="0">
                  <a:schemeClr val="dk1">
                    <a:alpha val="50000"/>
                  </a:schemeClr>
                </a:outerShdw>
              </a:effectLst>
            </p:spPr>
          </p:pic>
          <p:pic>
            <p:nvPicPr>
              <p:cNvPr id="365" name="Google Shape;365;p34"/>
              <p:cNvPicPr preferRelativeResize="0"/>
              <p:nvPr/>
            </p:nvPicPr>
            <p:blipFill>
              <a:blip r:embed="rId4">
                <a:alphaModFix/>
              </a:blip>
              <a:stretch>
                <a:fillRect/>
              </a:stretch>
            </p:blipFill>
            <p:spPr>
              <a:xfrm rot="-8300824" flipH="1">
                <a:off x="200914" y="402080"/>
                <a:ext cx="447091" cy="193739"/>
              </a:xfrm>
              <a:prstGeom prst="rect">
                <a:avLst/>
              </a:prstGeom>
              <a:noFill/>
              <a:ln>
                <a:noFill/>
              </a:ln>
              <a:effectLst>
                <a:outerShdw blurRad="57150" dist="19050" dir="5400000" algn="bl" rotWithShape="0">
                  <a:schemeClr val="dk1">
                    <a:alpha val="50000"/>
                  </a:schemeClr>
                </a:outerShdw>
              </a:effectLst>
            </p:spPr>
          </p:pic>
        </p:grpSp>
        <p:grpSp>
          <p:nvGrpSpPr>
            <p:cNvPr id="366" name="Google Shape;366;p34"/>
            <p:cNvGrpSpPr/>
            <p:nvPr/>
          </p:nvGrpSpPr>
          <p:grpSpPr>
            <a:xfrm>
              <a:off x="2" y="156617"/>
              <a:ext cx="719987" cy="944360"/>
              <a:chOff x="2" y="156617"/>
              <a:chExt cx="719987" cy="944360"/>
            </a:xfrm>
          </p:grpSpPr>
          <p:pic>
            <p:nvPicPr>
              <p:cNvPr id="367" name="Google Shape;367;p34"/>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368" name="Google Shape;368;p34"/>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sp>
        <p:nvSpPr>
          <p:cNvPr id="369" name="Google Shape;369;p34"/>
          <p:cNvSpPr txBox="1">
            <a:spLocks noGrp="1"/>
          </p:cNvSpPr>
          <p:nvPr>
            <p:ph type="sldNum" idx="12"/>
          </p:nvPr>
        </p:nvSpPr>
        <p:spPr>
          <a:xfrm>
            <a:off x="8430734" y="445026"/>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370"/>
        <p:cNvGrpSpPr/>
        <p:nvPr/>
      </p:nvGrpSpPr>
      <p:grpSpPr>
        <a:xfrm>
          <a:off x="0" y="0"/>
          <a:ext cx="0" cy="0"/>
          <a:chOff x="0" y="0"/>
          <a:chExt cx="0" cy="0"/>
        </a:xfrm>
      </p:grpSpPr>
      <p:pic>
        <p:nvPicPr>
          <p:cNvPr id="371" name="Google Shape;371;p35"/>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372" name="Google Shape;372;p35"/>
          <p:cNvGrpSpPr/>
          <p:nvPr/>
        </p:nvGrpSpPr>
        <p:grpSpPr>
          <a:xfrm>
            <a:off x="5129400" y="0"/>
            <a:ext cx="4520100" cy="5547325"/>
            <a:chOff x="5129400" y="0"/>
            <a:chExt cx="4520100" cy="5547325"/>
          </a:xfrm>
        </p:grpSpPr>
        <p:sp>
          <p:nvSpPr>
            <p:cNvPr id="373" name="Google Shape;373;p35"/>
            <p:cNvSpPr/>
            <p:nvPr/>
          </p:nvSpPr>
          <p:spPr>
            <a:xfrm rot="-5400000" flipH="1">
              <a:off x="6729150" y="3132475"/>
              <a:ext cx="8151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374" name="Google Shape;374;p35"/>
            <p:cNvSpPr/>
            <p:nvPr/>
          </p:nvSpPr>
          <p:spPr>
            <a:xfrm rot="10800000" flipH="1">
              <a:off x="8648400" y="0"/>
              <a:ext cx="1001100" cy="2325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375" name="Google Shape;375;p35"/>
          <p:cNvGrpSpPr/>
          <p:nvPr/>
        </p:nvGrpSpPr>
        <p:grpSpPr>
          <a:xfrm>
            <a:off x="2" y="156617"/>
            <a:ext cx="9088698" cy="4882915"/>
            <a:chOff x="2" y="156617"/>
            <a:chExt cx="9088698" cy="4882915"/>
          </a:xfrm>
        </p:grpSpPr>
        <p:grpSp>
          <p:nvGrpSpPr>
            <p:cNvPr id="376" name="Google Shape;376;p35"/>
            <p:cNvGrpSpPr/>
            <p:nvPr/>
          </p:nvGrpSpPr>
          <p:grpSpPr>
            <a:xfrm>
              <a:off x="2" y="156617"/>
              <a:ext cx="719987" cy="944360"/>
              <a:chOff x="2" y="156617"/>
              <a:chExt cx="719987" cy="944360"/>
            </a:xfrm>
          </p:grpSpPr>
          <p:pic>
            <p:nvPicPr>
              <p:cNvPr id="377" name="Google Shape;377;p35"/>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378" name="Google Shape;378;p35"/>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nvGrpSpPr>
            <p:cNvPr id="379" name="Google Shape;379;p35"/>
            <p:cNvGrpSpPr/>
            <p:nvPr/>
          </p:nvGrpSpPr>
          <p:grpSpPr>
            <a:xfrm>
              <a:off x="7986262" y="4462366"/>
              <a:ext cx="1102438" cy="577167"/>
              <a:chOff x="359837" y="4401391"/>
              <a:chExt cx="1102438" cy="577167"/>
            </a:xfrm>
          </p:grpSpPr>
          <p:pic>
            <p:nvPicPr>
              <p:cNvPr id="380" name="Google Shape;380;p35"/>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381" name="Google Shape;381;p35"/>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sp>
        <p:nvSpPr>
          <p:cNvPr id="382" name="Google Shape;382;p3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383" name="Google Shape;383;p35"/>
          <p:cNvSpPr txBox="1">
            <a:spLocks noGrp="1"/>
          </p:cNvSpPr>
          <p:nvPr>
            <p:ph type="subTitle" idx="1"/>
          </p:nvPr>
        </p:nvSpPr>
        <p:spPr>
          <a:xfrm>
            <a:off x="2110300" y="1995300"/>
            <a:ext cx="2237700" cy="6654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384" name="Google Shape;384;p35"/>
          <p:cNvSpPr txBox="1">
            <a:spLocks noGrp="1"/>
          </p:cNvSpPr>
          <p:nvPr>
            <p:ph type="subTitle" idx="2"/>
          </p:nvPr>
        </p:nvSpPr>
        <p:spPr>
          <a:xfrm>
            <a:off x="5910410" y="1995300"/>
            <a:ext cx="2237700" cy="6654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385" name="Google Shape;385;p35"/>
          <p:cNvSpPr txBox="1">
            <a:spLocks noGrp="1"/>
          </p:cNvSpPr>
          <p:nvPr>
            <p:ph type="subTitle" idx="3"/>
          </p:nvPr>
        </p:nvSpPr>
        <p:spPr>
          <a:xfrm>
            <a:off x="2110300" y="3624532"/>
            <a:ext cx="2237700" cy="6654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386" name="Google Shape;386;p35"/>
          <p:cNvSpPr txBox="1">
            <a:spLocks noGrp="1"/>
          </p:cNvSpPr>
          <p:nvPr>
            <p:ph type="subTitle" idx="4"/>
          </p:nvPr>
        </p:nvSpPr>
        <p:spPr>
          <a:xfrm>
            <a:off x="5910410" y="3624532"/>
            <a:ext cx="2237700" cy="6654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387" name="Google Shape;387;p35"/>
          <p:cNvSpPr txBox="1">
            <a:spLocks noGrp="1"/>
          </p:cNvSpPr>
          <p:nvPr>
            <p:ph type="subTitle" idx="5"/>
          </p:nvPr>
        </p:nvSpPr>
        <p:spPr>
          <a:xfrm>
            <a:off x="2110300" y="1565900"/>
            <a:ext cx="2237700" cy="5055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388" name="Google Shape;388;p35"/>
          <p:cNvSpPr txBox="1">
            <a:spLocks noGrp="1"/>
          </p:cNvSpPr>
          <p:nvPr>
            <p:ph type="subTitle" idx="6"/>
          </p:nvPr>
        </p:nvSpPr>
        <p:spPr>
          <a:xfrm>
            <a:off x="2110300" y="3195232"/>
            <a:ext cx="2237700" cy="5055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389" name="Google Shape;389;p35"/>
          <p:cNvSpPr txBox="1">
            <a:spLocks noGrp="1"/>
          </p:cNvSpPr>
          <p:nvPr>
            <p:ph type="subTitle" idx="7"/>
          </p:nvPr>
        </p:nvSpPr>
        <p:spPr>
          <a:xfrm>
            <a:off x="5910406" y="1565900"/>
            <a:ext cx="2237700" cy="5055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390" name="Google Shape;390;p35"/>
          <p:cNvSpPr txBox="1">
            <a:spLocks noGrp="1"/>
          </p:cNvSpPr>
          <p:nvPr>
            <p:ph type="subTitle" idx="8"/>
          </p:nvPr>
        </p:nvSpPr>
        <p:spPr>
          <a:xfrm>
            <a:off x="5910406" y="3195232"/>
            <a:ext cx="2237700" cy="5055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391" name="Google Shape;391;p35"/>
          <p:cNvSpPr txBox="1">
            <a:spLocks noGrp="1"/>
          </p:cNvSpPr>
          <p:nvPr>
            <p:ph type="sldNum" idx="12"/>
          </p:nvPr>
        </p:nvSpPr>
        <p:spPr>
          <a:xfrm>
            <a:off x="8430734" y="445026"/>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five columns">
  <p:cSld name="CUSTOM_7_1">
    <p:spTree>
      <p:nvGrpSpPr>
        <p:cNvPr id="1" name="Shape 392"/>
        <p:cNvGrpSpPr/>
        <p:nvPr/>
      </p:nvGrpSpPr>
      <p:grpSpPr>
        <a:xfrm>
          <a:off x="0" y="0"/>
          <a:ext cx="0" cy="0"/>
          <a:chOff x="0" y="0"/>
          <a:chExt cx="0" cy="0"/>
        </a:xfrm>
      </p:grpSpPr>
      <p:pic>
        <p:nvPicPr>
          <p:cNvPr id="393" name="Google Shape;393;p36"/>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94" name="Google Shape;394;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395" name="Google Shape;395;p36"/>
          <p:cNvSpPr txBox="1">
            <a:spLocks noGrp="1"/>
          </p:cNvSpPr>
          <p:nvPr>
            <p:ph type="subTitle" idx="1"/>
          </p:nvPr>
        </p:nvSpPr>
        <p:spPr>
          <a:xfrm>
            <a:off x="1108627" y="2149200"/>
            <a:ext cx="19860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96" name="Google Shape;396;p36"/>
          <p:cNvSpPr txBox="1">
            <a:spLocks noGrp="1"/>
          </p:cNvSpPr>
          <p:nvPr>
            <p:ph type="subTitle" idx="2"/>
          </p:nvPr>
        </p:nvSpPr>
        <p:spPr>
          <a:xfrm>
            <a:off x="3579000" y="2149200"/>
            <a:ext cx="19860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97" name="Google Shape;397;p36"/>
          <p:cNvSpPr txBox="1">
            <a:spLocks noGrp="1"/>
          </p:cNvSpPr>
          <p:nvPr>
            <p:ph type="subTitle" idx="3"/>
          </p:nvPr>
        </p:nvSpPr>
        <p:spPr>
          <a:xfrm>
            <a:off x="2191413" y="3579425"/>
            <a:ext cx="19860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98" name="Google Shape;398;p36"/>
          <p:cNvSpPr txBox="1">
            <a:spLocks noGrp="1"/>
          </p:cNvSpPr>
          <p:nvPr>
            <p:ph type="subTitle" idx="4"/>
          </p:nvPr>
        </p:nvSpPr>
        <p:spPr>
          <a:xfrm>
            <a:off x="6049373" y="2149200"/>
            <a:ext cx="19860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99" name="Google Shape;399;p36"/>
          <p:cNvSpPr txBox="1">
            <a:spLocks noGrp="1"/>
          </p:cNvSpPr>
          <p:nvPr>
            <p:ph type="subTitle" idx="5"/>
          </p:nvPr>
        </p:nvSpPr>
        <p:spPr>
          <a:xfrm>
            <a:off x="4966587" y="3579425"/>
            <a:ext cx="19860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00" name="Google Shape;400;p36"/>
          <p:cNvSpPr txBox="1">
            <a:spLocks noGrp="1"/>
          </p:cNvSpPr>
          <p:nvPr>
            <p:ph type="subTitle" idx="6"/>
          </p:nvPr>
        </p:nvSpPr>
        <p:spPr>
          <a:xfrm>
            <a:off x="1109527" y="1656599"/>
            <a:ext cx="19842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401" name="Google Shape;401;p36"/>
          <p:cNvSpPr txBox="1">
            <a:spLocks noGrp="1"/>
          </p:cNvSpPr>
          <p:nvPr>
            <p:ph type="subTitle" idx="7"/>
          </p:nvPr>
        </p:nvSpPr>
        <p:spPr>
          <a:xfrm>
            <a:off x="3579900" y="1656599"/>
            <a:ext cx="19842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402" name="Google Shape;402;p36"/>
          <p:cNvSpPr txBox="1">
            <a:spLocks noGrp="1"/>
          </p:cNvSpPr>
          <p:nvPr>
            <p:ph type="subTitle" idx="8"/>
          </p:nvPr>
        </p:nvSpPr>
        <p:spPr>
          <a:xfrm>
            <a:off x="6050273" y="1656599"/>
            <a:ext cx="19842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403" name="Google Shape;403;p36"/>
          <p:cNvSpPr txBox="1">
            <a:spLocks noGrp="1"/>
          </p:cNvSpPr>
          <p:nvPr>
            <p:ph type="subTitle" idx="9"/>
          </p:nvPr>
        </p:nvSpPr>
        <p:spPr>
          <a:xfrm>
            <a:off x="2192313" y="3086800"/>
            <a:ext cx="19842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404" name="Google Shape;404;p36"/>
          <p:cNvSpPr txBox="1">
            <a:spLocks noGrp="1"/>
          </p:cNvSpPr>
          <p:nvPr>
            <p:ph type="subTitle" idx="13"/>
          </p:nvPr>
        </p:nvSpPr>
        <p:spPr>
          <a:xfrm>
            <a:off x="4967487" y="3086800"/>
            <a:ext cx="19842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grpSp>
        <p:nvGrpSpPr>
          <p:cNvPr id="405" name="Google Shape;405;p36"/>
          <p:cNvGrpSpPr/>
          <p:nvPr/>
        </p:nvGrpSpPr>
        <p:grpSpPr>
          <a:xfrm>
            <a:off x="2" y="156617"/>
            <a:ext cx="719987" cy="944360"/>
            <a:chOff x="2" y="156617"/>
            <a:chExt cx="719987" cy="944360"/>
          </a:xfrm>
        </p:grpSpPr>
        <p:pic>
          <p:nvPicPr>
            <p:cNvPr id="406" name="Google Shape;406;p36"/>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407" name="Google Shape;407;p36"/>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nvGrpSpPr>
          <p:cNvPr id="408" name="Google Shape;408;p36"/>
          <p:cNvGrpSpPr/>
          <p:nvPr/>
        </p:nvGrpSpPr>
        <p:grpSpPr>
          <a:xfrm>
            <a:off x="0" y="2817900"/>
            <a:ext cx="9640900" cy="2932900"/>
            <a:chOff x="0" y="2817900"/>
            <a:chExt cx="9640900" cy="2932900"/>
          </a:xfrm>
        </p:grpSpPr>
        <p:sp>
          <p:nvSpPr>
            <p:cNvPr id="409" name="Google Shape;409;p36"/>
            <p:cNvSpPr/>
            <p:nvPr/>
          </p:nvSpPr>
          <p:spPr>
            <a:xfrm rot="5400000">
              <a:off x="1599750" y="3132475"/>
              <a:ext cx="8151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410" name="Google Shape;410;p36"/>
            <p:cNvSpPr/>
            <p:nvPr/>
          </p:nvSpPr>
          <p:spPr>
            <a:xfrm flipH="1">
              <a:off x="110675" y="4545700"/>
              <a:ext cx="1205100" cy="1205100"/>
            </a:xfrm>
            <a:prstGeom prst="blockArc">
              <a:avLst>
                <a:gd name="adj1" fmla="val 10800000"/>
                <a:gd name="adj2" fmla="val 93824"/>
                <a:gd name="adj3" fmla="val 19896"/>
              </a:avLst>
            </a:prstGeom>
            <a:solidFill>
              <a:srgbClr val="B3BB7B">
                <a:alpha val="5157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411" name="Google Shape;411;p36"/>
            <p:cNvSpPr/>
            <p:nvPr/>
          </p:nvSpPr>
          <p:spPr>
            <a:xfrm flipH="1">
              <a:off x="8639800" y="2817900"/>
              <a:ext cx="1001100" cy="2325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412" name="Google Shape;412;p36"/>
          <p:cNvSpPr txBox="1">
            <a:spLocks noGrp="1"/>
          </p:cNvSpPr>
          <p:nvPr>
            <p:ph type="sldNum" idx="12"/>
          </p:nvPr>
        </p:nvSpPr>
        <p:spPr>
          <a:xfrm>
            <a:off x="8430734" y="445026"/>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413"/>
        <p:cNvGrpSpPr/>
        <p:nvPr/>
      </p:nvGrpSpPr>
      <p:grpSpPr>
        <a:xfrm>
          <a:off x="0" y="0"/>
          <a:ext cx="0" cy="0"/>
          <a:chOff x="0" y="0"/>
          <a:chExt cx="0" cy="0"/>
        </a:xfrm>
      </p:grpSpPr>
      <p:pic>
        <p:nvPicPr>
          <p:cNvPr id="414" name="Google Shape;414;p37"/>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415" name="Google Shape;415;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416" name="Google Shape;416;p37"/>
          <p:cNvSpPr txBox="1">
            <a:spLocks noGrp="1"/>
          </p:cNvSpPr>
          <p:nvPr>
            <p:ph type="subTitle" idx="1"/>
          </p:nvPr>
        </p:nvSpPr>
        <p:spPr>
          <a:xfrm>
            <a:off x="719954" y="2149201"/>
            <a:ext cx="22089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17" name="Google Shape;417;p37"/>
          <p:cNvSpPr txBox="1">
            <a:spLocks noGrp="1"/>
          </p:cNvSpPr>
          <p:nvPr>
            <p:ph type="subTitle" idx="2"/>
          </p:nvPr>
        </p:nvSpPr>
        <p:spPr>
          <a:xfrm>
            <a:off x="3467550" y="2149201"/>
            <a:ext cx="22089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18" name="Google Shape;418;p37"/>
          <p:cNvSpPr txBox="1">
            <a:spLocks noGrp="1"/>
          </p:cNvSpPr>
          <p:nvPr>
            <p:ph type="subTitle" idx="3"/>
          </p:nvPr>
        </p:nvSpPr>
        <p:spPr>
          <a:xfrm>
            <a:off x="719954" y="3579425"/>
            <a:ext cx="22089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19" name="Google Shape;419;p37"/>
          <p:cNvSpPr txBox="1">
            <a:spLocks noGrp="1"/>
          </p:cNvSpPr>
          <p:nvPr>
            <p:ph type="subTitle" idx="4"/>
          </p:nvPr>
        </p:nvSpPr>
        <p:spPr>
          <a:xfrm>
            <a:off x="3467550" y="3579425"/>
            <a:ext cx="22089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20" name="Google Shape;420;p37"/>
          <p:cNvSpPr txBox="1">
            <a:spLocks noGrp="1"/>
          </p:cNvSpPr>
          <p:nvPr>
            <p:ph type="subTitle" idx="5"/>
          </p:nvPr>
        </p:nvSpPr>
        <p:spPr>
          <a:xfrm>
            <a:off x="6215146" y="2149201"/>
            <a:ext cx="22089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21" name="Google Shape;421;p37"/>
          <p:cNvSpPr txBox="1">
            <a:spLocks noGrp="1"/>
          </p:cNvSpPr>
          <p:nvPr>
            <p:ph type="subTitle" idx="6"/>
          </p:nvPr>
        </p:nvSpPr>
        <p:spPr>
          <a:xfrm>
            <a:off x="6215146" y="3579425"/>
            <a:ext cx="22089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22" name="Google Shape;422;p37"/>
          <p:cNvSpPr txBox="1">
            <a:spLocks noGrp="1"/>
          </p:cNvSpPr>
          <p:nvPr>
            <p:ph type="subTitle" idx="7"/>
          </p:nvPr>
        </p:nvSpPr>
        <p:spPr>
          <a:xfrm>
            <a:off x="720955" y="1656600"/>
            <a:ext cx="22071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423" name="Google Shape;423;p37"/>
          <p:cNvSpPr txBox="1">
            <a:spLocks noGrp="1"/>
          </p:cNvSpPr>
          <p:nvPr>
            <p:ph type="subTitle" idx="8"/>
          </p:nvPr>
        </p:nvSpPr>
        <p:spPr>
          <a:xfrm>
            <a:off x="3468551" y="1656600"/>
            <a:ext cx="22071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424" name="Google Shape;424;p37"/>
          <p:cNvSpPr txBox="1">
            <a:spLocks noGrp="1"/>
          </p:cNvSpPr>
          <p:nvPr>
            <p:ph type="subTitle" idx="9"/>
          </p:nvPr>
        </p:nvSpPr>
        <p:spPr>
          <a:xfrm>
            <a:off x="6216147" y="1656600"/>
            <a:ext cx="22071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425" name="Google Shape;425;p37"/>
          <p:cNvSpPr txBox="1">
            <a:spLocks noGrp="1"/>
          </p:cNvSpPr>
          <p:nvPr>
            <p:ph type="subTitle" idx="13"/>
          </p:nvPr>
        </p:nvSpPr>
        <p:spPr>
          <a:xfrm>
            <a:off x="720955" y="3086800"/>
            <a:ext cx="22071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426" name="Google Shape;426;p37"/>
          <p:cNvSpPr txBox="1">
            <a:spLocks noGrp="1"/>
          </p:cNvSpPr>
          <p:nvPr>
            <p:ph type="subTitle" idx="14"/>
          </p:nvPr>
        </p:nvSpPr>
        <p:spPr>
          <a:xfrm>
            <a:off x="3468551" y="3086800"/>
            <a:ext cx="22071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427" name="Google Shape;427;p37"/>
          <p:cNvSpPr txBox="1">
            <a:spLocks noGrp="1"/>
          </p:cNvSpPr>
          <p:nvPr>
            <p:ph type="subTitle" idx="15"/>
          </p:nvPr>
        </p:nvSpPr>
        <p:spPr>
          <a:xfrm>
            <a:off x="6216147" y="3086800"/>
            <a:ext cx="22071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grpSp>
        <p:nvGrpSpPr>
          <p:cNvPr id="428" name="Google Shape;428;p37"/>
          <p:cNvGrpSpPr/>
          <p:nvPr/>
        </p:nvGrpSpPr>
        <p:grpSpPr>
          <a:xfrm>
            <a:off x="-501600" y="128825"/>
            <a:ext cx="10252550" cy="5418500"/>
            <a:chOff x="-501600" y="128825"/>
            <a:chExt cx="10252550" cy="5418500"/>
          </a:xfrm>
        </p:grpSpPr>
        <p:sp>
          <p:nvSpPr>
            <p:cNvPr id="429" name="Google Shape;429;p37"/>
            <p:cNvSpPr/>
            <p:nvPr/>
          </p:nvSpPr>
          <p:spPr>
            <a:xfrm rot="-5400000" flipH="1">
              <a:off x="6729150" y="3132475"/>
              <a:ext cx="8151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430" name="Google Shape;430;p37"/>
            <p:cNvSpPr/>
            <p:nvPr/>
          </p:nvSpPr>
          <p:spPr>
            <a:xfrm rot="-5400000" flipH="1">
              <a:off x="8545850" y="128825"/>
              <a:ext cx="1205100" cy="1205100"/>
            </a:xfrm>
            <a:prstGeom prst="blockArc">
              <a:avLst>
                <a:gd name="adj1" fmla="val 10800000"/>
                <a:gd name="adj2" fmla="val 93824"/>
                <a:gd name="adj3" fmla="val 198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431" name="Google Shape;431;p37"/>
            <p:cNvSpPr/>
            <p:nvPr/>
          </p:nvSpPr>
          <p:spPr>
            <a:xfrm flipH="1">
              <a:off x="-501600" y="2817900"/>
              <a:ext cx="1001100" cy="2325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432" name="Google Shape;432;p37"/>
          <p:cNvGrpSpPr/>
          <p:nvPr/>
        </p:nvGrpSpPr>
        <p:grpSpPr>
          <a:xfrm>
            <a:off x="2" y="156617"/>
            <a:ext cx="9088698" cy="4882915"/>
            <a:chOff x="2" y="156617"/>
            <a:chExt cx="9088698" cy="4882915"/>
          </a:xfrm>
        </p:grpSpPr>
        <p:grpSp>
          <p:nvGrpSpPr>
            <p:cNvPr id="433" name="Google Shape;433;p37"/>
            <p:cNvGrpSpPr/>
            <p:nvPr/>
          </p:nvGrpSpPr>
          <p:grpSpPr>
            <a:xfrm>
              <a:off x="2" y="156617"/>
              <a:ext cx="719987" cy="944360"/>
              <a:chOff x="2" y="156617"/>
              <a:chExt cx="719987" cy="944360"/>
            </a:xfrm>
          </p:grpSpPr>
          <p:pic>
            <p:nvPicPr>
              <p:cNvPr id="434" name="Google Shape;434;p37"/>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435" name="Google Shape;435;p37"/>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nvGrpSpPr>
            <p:cNvPr id="436" name="Google Shape;436;p37"/>
            <p:cNvGrpSpPr/>
            <p:nvPr/>
          </p:nvGrpSpPr>
          <p:grpSpPr>
            <a:xfrm>
              <a:off x="7986262" y="4462366"/>
              <a:ext cx="1102438" cy="577167"/>
              <a:chOff x="359837" y="4401391"/>
              <a:chExt cx="1102438" cy="577167"/>
            </a:xfrm>
          </p:grpSpPr>
          <p:pic>
            <p:nvPicPr>
              <p:cNvPr id="437" name="Google Shape;437;p37"/>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438" name="Google Shape;438;p37"/>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sp>
        <p:nvSpPr>
          <p:cNvPr id="439" name="Google Shape;439;p37"/>
          <p:cNvSpPr txBox="1">
            <a:spLocks noGrp="1"/>
          </p:cNvSpPr>
          <p:nvPr>
            <p:ph type="sldNum" idx="12"/>
          </p:nvPr>
        </p:nvSpPr>
        <p:spPr>
          <a:xfrm>
            <a:off x="8430734" y="445026"/>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440"/>
        <p:cNvGrpSpPr/>
        <p:nvPr/>
      </p:nvGrpSpPr>
      <p:grpSpPr>
        <a:xfrm>
          <a:off x="0" y="0"/>
          <a:ext cx="0" cy="0"/>
          <a:chOff x="0" y="0"/>
          <a:chExt cx="0" cy="0"/>
        </a:xfrm>
      </p:grpSpPr>
      <p:pic>
        <p:nvPicPr>
          <p:cNvPr id="441" name="Google Shape;441;p38"/>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442" name="Google Shape;442;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grpSp>
        <p:nvGrpSpPr>
          <p:cNvPr id="443" name="Google Shape;443;p38"/>
          <p:cNvGrpSpPr/>
          <p:nvPr/>
        </p:nvGrpSpPr>
        <p:grpSpPr>
          <a:xfrm>
            <a:off x="2" y="156617"/>
            <a:ext cx="719987" cy="944360"/>
            <a:chOff x="2" y="156617"/>
            <a:chExt cx="719987" cy="944360"/>
          </a:xfrm>
        </p:grpSpPr>
        <p:pic>
          <p:nvPicPr>
            <p:cNvPr id="444" name="Google Shape;444;p38"/>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445" name="Google Shape;445;p38"/>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nvGrpSpPr>
          <p:cNvPr id="446" name="Google Shape;446;p38"/>
          <p:cNvGrpSpPr/>
          <p:nvPr/>
        </p:nvGrpSpPr>
        <p:grpSpPr>
          <a:xfrm>
            <a:off x="0" y="0"/>
            <a:ext cx="9569050" cy="5569647"/>
            <a:chOff x="0" y="0"/>
            <a:chExt cx="9569050" cy="5569647"/>
          </a:xfrm>
        </p:grpSpPr>
        <p:sp>
          <p:nvSpPr>
            <p:cNvPr id="447" name="Google Shape;447;p38"/>
            <p:cNvSpPr/>
            <p:nvPr/>
          </p:nvSpPr>
          <p:spPr>
            <a:xfrm rot="5400000">
              <a:off x="1593450" y="3148497"/>
              <a:ext cx="8277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448" name="Google Shape;448;p38"/>
            <p:cNvSpPr/>
            <p:nvPr/>
          </p:nvSpPr>
          <p:spPr>
            <a:xfrm rot="10800000">
              <a:off x="8741350" y="0"/>
              <a:ext cx="827700" cy="23787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449" name="Google Shape;449;p38"/>
          <p:cNvSpPr txBox="1">
            <a:spLocks noGrp="1"/>
          </p:cNvSpPr>
          <p:nvPr>
            <p:ph type="sldNum" idx="12"/>
          </p:nvPr>
        </p:nvSpPr>
        <p:spPr>
          <a:xfrm>
            <a:off x="8430734" y="445026"/>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only 2">
  <p:cSld name="TITLE_ONLY_1_1">
    <p:spTree>
      <p:nvGrpSpPr>
        <p:cNvPr id="1" name="Shape 450"/>
        <p:cNvGrpSpPr/>
        <p:nvPr/>
      </p:nvGrpSpPr>
      <p:grpSpPr>
        <a:xfrm>
          <a:off x="0" y="0"/>
          <a:ext cx="0" cy="0"/>
          <a:chOff x="0" y="0"/>
          <a:chExt cx="0" cy="0"/>
        </a:xfrm>
      </p:grpSpPr>
      <p:pic>
        <p:nvPicPr>
          <p:cNvPr id="451" name="Google Shape;451;p39"/>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452" name="Google Shape;452;p3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grpSp>
        <p:nvGrpSpPr>
          <p:cNvPr id="453" name="Google Shape;453;p39"/>
          <p:cNvGrpSpPr/>
          <p:nvPr/>
        </p:nvGrpSpPr>
        <p:grpSpPr>
          <a:xfrm>
            <a:off x="2" y="156617"/>
            <a:ext cx="719987" cy="944360"/>
            <a:chOff x="2" y="156617"/>
            <a:chExt cx="719987" cy="944360"/>
          </a:xfrm>
        </p:grpSpPr>
        <p:pic>
          <p:nvPicPr>
            <p:cNvPr id="454" name="Google Shape;454;p39"/>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455" name="Google Shape;455;p39"/>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nvGrpSpPr>
          <p:cNvPr id="456" name="Google Shape;456;p39"/>
          <p:cNvGrpSpPr/>
          <p:nvPr/>
        </p:nvGrpSpPr>
        <p:grpSpPr>
          <a:xfrm>
            <a:off x="0" y="0"/>
            <a:ext cx="9569050" cy="5569647"/>
            <a:chOff x="0" y="0"/>
            <a:chExt cx="9569050" cy="5569647"/>
          </a:xfrm>
        </p:grpSpPr>
        <p:sp>
          <p:nvSpPr>
            <p:cNvPr id="457" name="Google Shape;457;p39"/>
            <p:cNvSpPr/>
            <p:nvPr/>
          </p:nvSpPr>
          <p:spPr>
            <a:xfrm rot="5400000">
              <a:off x="1593450" y="3148497"/>
              <a:ext cx="8277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458" name="Google Shape;458;p39"/>
            <p:cNvSpPr/>
            <p:nvPr/>
          </p:nvSpPr>
          <p:spPr>
            <a:xfrm rot="10800000">
              <a:off x="8741350" y="0"/>
              <a:ext cx="827700" cy="23787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459" name="Google Shape;459;p39"/>
          <p:cNvSpPr txBox="1">
            <a:spLocks noGrp="1"/>
          </p:cNvSpPr>
          <p:nvPr>
            <p:ph type="sldNum" idx="12"/>
          </p:nvPr>
        </p:nvSpPr>
        <p:spPr>
          <a:xfrm>
            <a:off x="8430734" y="445026"/>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460"/>
        <p:cNvGrpSpPr/>
        <p:nvPr/>
      </p:nvGrpSpPr>
      <p:grpSpPr>
        <a:xfrm>
          <a:off x="0" y="0"/>
          <a:ext cx="0" cy="0"/>
          <a:chOff x="0" y="0"/>
          <a:chExt cx="0" cy="0"/>
        </a:xfrm>
      </p:grpSpPr>
      <p:pic>
        <p:nvPicPr>
          <p:cNvPr id="461" name="Google Shape;461;p40"/>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462" name="Google Shape;462;p40"/>
          <p:cNvSpPr txBox="1">
            <a:spLocks noGrp="1"/>
          </p:cNvSpPr>
          <p:nvPr>
            <p:ph type="title" hasCustomPrompt="1"/>
          </p:nvPr>
        </p:nvSpPr>
        <p:spPr>
          <a:xfrm>
            <a:off x="2223600" y="615701"/>
            <a:ext cx="4696800" cy="637500"/>
          </a:xfrm>
          <a:prstGeom prst="rect">
            <a:avLst/>
          </a:prstGeom>
          <a:noFill/>
        </p:spPr>
        <p:txBody>
          <a:bodyPr spcFirstLastPara="1" wrap="square" lIns="91425" tIns="91425" rIns="91425" bIns="91425" anchor="b" anchorCtr="0">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463" name="Google Shape;463;p40"/>
          <p:cNvSpPr txBox="1">
            <a:spLocks noGrp="1"/>
          </p:cNvSpPr>
          <p:nvPr>
            <p:ph type="subTitle" idx="1"/>
          </p:nvPr>
        </p:nvSpPr>
        <p:spPr>
          <a:xfrm>
            <a:off x="2223600" y="1097025"/>
            <a:ext cx="4696800" cy="3981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464" name="Google Shape;464;p40"/>
          <p:cNvSpPr txBox="1">
            <a:spLocks noGrp="1"/>
          </p:cNvSpPr>
          <p:nvPr>
            <p:ph type="title" idx="2" hasCustomPrompt="1"/>
          </p:nvPr>
        </p:nvSpPr>
        <p:spPr>
          <a:xfrm>
            <a:off x="2223600" y="2170138"/>
            <a:ext cx="4696800" cy="637500"/>
          </a:xfrm>
          <a:prstGeom prst="rect">
            <a:avLst/>
          </a:prstGeom>
          <a:noFill/>
        </p:spPr>
        <p:txBody>
          <a:bodyPr spcFirstLastPara="1" wrap="square" lIns="91425" tIns="91425" rIns="91425" bIns="91425" anchor="b" anchorCtr="0">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465" name="Google Shape;465;p40"/>
          <p:cNvSpPr txBox="1">
            <a:spLocks noGrp="1"/>
          </p:cNvSpPr>
          <p:nvPr>
            <p:ph type="subTitle" idx="3"/>
          </p:nvPr>
        </p:nvSpPr>
        <p:spPr>
          <a:xfrm>
            <a:off x="2223600" y="2651461"/>
            <a:ext cx="4696800" cy="3981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466" name="Google Shape;466;p40"/>
          <p:cNvSpPr txBox="1">
            <a:spLocks noGrp="1"/>
          </p:cNvSpPr>
          <p:nvPr>
            <p:ph type="title" idx="4" hasCustomPrompt="1"/>
          </p:nvPr>
        </p:nvSpPr>
        <p:spPr>
          <a:xfrm>
            <a:off x="2223600" y="3724574"/>
            <a:ext cx="4696800" cy="637500"/>
          </a:xfrm>
          <a:prstGeom prst="rect">
            <a:avLst/>
          </a:prstGeom>
          <a:noFill/>
        </p:spPr>
        <p:txBody>
          <a:bodyPr spcFirstLastPara="1" wrap="square" lIns="91425" tIns="91425" rIns="91425" bIns="91425" anchor="b" anchorCtr="0">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467" name="Google Shape;467;p40"/>
          <p:cNvSpPr txBox="1">
            <a:spLocks noGrp="1"/>
          </p:cNvSpPr>
          <p:nvPr>
            <p:ph type="subTitle" idx="5"/>
          </p:nvPr>
        </p:nvSpPr>
        <p:spPr>
          <a:xfrm>
            <a:off x="2223600" y="4205896"/>
            <a:ext cx="4696800" cy="3981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endParaRPr/>
          </a:p>
        </p:txBody>
      </p:sp>
      <p:grpSp>
        <p:nvGrpSpPr>
          <p:cNvPr id="468" name="Google Shape;468;p40"/>
          <p:cNvGrpSpPr/>
          <p:nvPr/>
        </p:nvGrpSpPr>
        <p:grpSpPr>
          <a:xfrm>
            <a:off x="-601700" y="0"/>
            <a:ext cx="10705100" cy="4676150"/>
            <a:chOff x="-601700" y="0"/>
            <a:chExt cx="10705100" cy="4676150"/>
          </a:xfrm>
        </p:grpSpPr>
        <p:sp>
          <p:nvSpPr>
            <p:cNvPr id="469" name="Google Shape;469;p40"/>
            <p:cNvSpPr/>
            <p:nvPr/>
          </p:nvSpPr>
          <p:spPr>
            <a:xfrm rot="-5400000">
              <a:off x="8206500" y="2779250"/>
              <a:ext cx="1896900" cy="1896900"/>
            </a:xfrm>
            <a:prstGeom prst="blockArc">
              <a:avLst>
                <a:gd name="adj1" fmla="val 10800000"/>
                <a:gd name="adj2" fmla="val 21596677"/>
                <a:gd name="adj3" fmla="val 11819"/>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470" name="Google Shape;470;p40"/>
            <p:cNvGrpSpPr/>
            <p:nvPr/>
          </p:nvGrpSpPr>
          <p:grpSpPr>
            <a:xfrm rot="5400000">
              <a:off x="-2006450" y="1404750"/>
              <a:ext cx="4014600" cy="1205100"/>
              <a:chOff x="150" y="4543750"/>
              <a:chExt cx="4014600" cy="1205100"/>
            </a:xfrm>
          </p:grpSpPr>
          <p:sp>
            <p:nvSpPr>
              <p:cNvPr id="471" name="Google Shape;471;p40"/>
              <p:cNvSpPr/>
              <p:nvPr/>
            </p:nvSpPr>
            <p:spPr>
              <a:xfrm rot="5400000">
                <a:off x="1622250" y="3110125"/>
                <a:ext cx="7704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472" name="Google Shape;472;p40"/>
              <p:cNvSpPr/>
              <p:nvPr/>
            </p:nvSpPr>
            <p:spPr>
              <a:xfrm>
                <a:off x="2283875" y="4543750"/>
                <a:ext cx="1205100" cy="1205100"/>
              </a:xfrm>
              <a:prstGeom prst="blockArc">
                <a:avLst>
                  <a:gd name="adj1" fmla="val 10800000"/>
                  <a:gd name="adj2" fmla="val 93824"/>
                  <a:gd name="adj3" fmla="val 19896"/>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grpSp>
        <p:nvGrpSpPr>
          <p:cNvPr id="473" name="Google Shape;473;p40"/>
          <p:cNvGrpSpPr/>
          <p:nvPr/>
        </p:nvGrpSpPr>
        <p:grpSpPr>
          <a:xfrm>
            <a:off x="8206512" y="4230524"/>
            <a:ext cx="848365" cy="950159"/>
            <a:chOff x="41662" y="277999"/>
            <a:chExt cx="848365" cy="950159"/>
          </a:xfrm>
        </p:grpSpPr>
        <p:pic>
          <p:nvPicPr>
            <p:cNvPr id="474" name="Google Shape;474;p40"/>
            <p:cNvPicPr preferRelativeResize="0"/>
            <p:nvPr/>
          </p:nvPicPr>
          <p:blipFill>
            <a:blip r:embed="rId3">
              <a:alphaModFix/>
            </a:blip>
            <a:stretch>
              <a:fillRect/>
            </a:stretch>
          </p:blipFill>
          <p:spPr>
            <a:xfrm rot="-1083129" flipH="1">
              <a:off x="101303" y="652430"/>
              <a:ext cx="646323" cy="487587"/>
            </a:xfrm>
            <a:prstGeom prst="rect">
              <a:avLst/>
            </a:prstGeom>
            <a:noFill/>
            <a:ln>
              <a:noFill/>
            </a:ln>
            <a:effectLst>
              <a:outerShdw blurRad="57150" dist="19050" dir="5400000" algn="bl" rotWithShape="0">
                <a:schemeClr val="dk1">
                  <a:alpha val="50000"/>
                </a:schemeClr>
              </a:outerShdw>
            </a:effectLst>
          </p:spPr>
        </p:pic>
        <p:pic>
          <p:nvPicPr>
            <p:cNvPr id="475" name="Google Shape;475;p40"/>
            <p:cNvPicPr preferRelativeResize="0"/>
            <p:nvPr/>
          </p:nvPicPr>
          <p:blipFill>
            <a:blip r:embed="rId3">
              <a:alphaModFix/>
            </a:blip>
            <a:stretch>
              <a:fillRect/>
            </a:stretch>
          </p:blipFill>
          <p:spPr>
            <a:xfrm rot="-5826171" flipH="1">
              <a:off x="570466" y="412512"/>
              <a:ext cx="341359" cy="257531"/>
            </a:xfrm>
            <a:prstGeom prst="rect">
              <a:avLst/>
            </a:prstGeom>
            <a:noFill/>
            <a:ln>
              <a:noFill/>
            </a:ln>
            <a:effectLst>
              <a:outerShdw blurRad="57150" dist="19050" dir="5400000" algn="bl" rotWithShape="0">
                <a:schemeClr val="dk1">
                  <a:alpha val="50000"/>
                </a:schemeClr>
              </a:outerShdw>
            </a:effectLst>
          </p:spPr>
        </p:pic>
        <p:pic>
          <p:nvPicPr>
            <p:cNvPr id="476" name="Google Shape;476;p40"/>
            <p:cNvPicPr preferRelativeResize="0"/>
            <p:nvPr/>
          </p:nvPicPr>
          <p:blipFill>
            <a:blip r:embed="rId4">
              <a:alphaModFix/>
            </a:blip>
            <a:stretch>
              <a:fillRect/>
            </a:stretch>
          </p:blipFill>
          <p:spPr>
            <a:xfrm rot="-8300824" flipH="1">
              <a:off x="200914" y="402080"/>
              <a:ext cx="447091" cy="193739"/>
            </a:xfrm>
            <a:prstGeom prst="rect">
              <a:avLst/>
            </a:prstGeom>
            <a:noFill/>
            <a:ln>
              <a:noFill/>
            </a:ln>
            <a:effectLst>
              <a:outerShdw blurRad="57150" dist="19050" dir="5400000" algn="bl" rotWithShape="0">
                <a:schemeClr val="dk1">
                  <a:alpha val="50000"/>
                </a:schemeClr>
              </a:outerShdw>
            </a:effectLst>
          </p:spPr>
        </p:pic>
      </p:grpSp>
      <p:sp>
        <p:nvSpPr>
          <p:cNvPr id="477" name="Google Shape;477;p40"/>
          <p:cNvSpPr txBox="1">
            <a:spLocks noGrp="1"/>
          </p:cNvSpPr>
          <p:nvPr>
            <p:ph type="sldNum" idx="12"/>
          </p:nvPr>
        </p:nvSpPr>
        <p:spPr>
          <a:xfrm>
            <a:off x="8430734" y="445026"/>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478"/>
        <p:cNvGrpSpPr/>
        <p:nvPr/>
      </p:nvGrpSpPr>
      <p:grpSpPr>
        <a:xfrm>
          <a:off x="0" y="0"/>
          <a:ext cx="0" cy="0"/>
          <a:chOff x="0" y="0"/>
          <a:chExt cx="0" cy="0"/>
        </a:xfrm>
      </p:grpSpPr>
      <p:pic>
        <p:nvPicPr>
          <p:cNvPr id="479" name="Google Shape;479;p41"/>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480" name="Google Shape;480;p41"/>
          <p:cNvGrpSpPr/>
          <p:nvPr/>
        </p:nvGrpSpPr>
        <p:grpSpPr>
          <a:xfrm>
            <a:off x="-962824" y="-872075"/>
            <a:ext cx="10524450" cy="6436800"/>
            <a:chOff x="-962824" y="-872075"/>
            <a:chExt cx="10524450" cy="6436800"/>
          </a:xfrm>
        </p:grpSpPr>
        <p:sp>
          <p:nvSpPr>
            <p:cNvPr id="481" name="Google Shape;481;p41"/>
            <p:cNvSpPr/>
            <p:nvPr/>
          </p:nvSpPr>
          <p:spPr>
            <a:xfrm rot="10800000" flipH="1">
              <a:off x="8644826" y="0"/>
              <a:ext cx="916800" cy="2325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482" name="Google Shape;482;p41"/>
            <p:cNvGrpSpPr/>
            <p:nvPr/>
          </p:nvGrpSpPr>
          <p:grpSpPr>
            <a:xfrm flipH="1">
              <a:off x="502351" y="-872075"/>
              <a:ext cx="2489300" cy="1740000"/>
              <a:chOff x="6148925" y="-872075"/>
              <a:chExt cx="2489300" cy="1740000"/>
            </a:xfrm>
          </p:grpSpPr>
          <p:sp>
            <p:nvSpPr>
              <p:cNvPr id="483" name="Google Shape;483;p41"/>
              <p:cNvSpPr/>
              <p:nvPr/>
            </p:nvSpPr>
            <p:spPr>
              <a:xfrm>
                <a:off x="6898225" y="-872075"/>
                <a:ext cx="1740000" cy="1740000"/>
              </a:xfrm>
              <a:prstGeom prst="pie">
                <a:avLst>
                  <a:gd name="adj1" fmla="val 0"/>
                  <a:gd name="adj2" fmla="val 1080014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484" name="Google Shape;484;p41"/>
              <p:cNvSpPr/>
              <p:nvPr/>
            </p:nvSpPr>
            <p:spPr>
              <a:xfrm rot="10800000">
                <a:off x="6148925" y="-604625"/>
                <a:ext cx="1205100" cy="1205100"/>
              </a:xfrm>
              <a:prstGeom prst="blockArc">
                <a:avLst>
                  <a:gd name="adj1" fmla="val 10800000"/>
                  <a:gd name="adj2" fmla="val 108721"/>
                  <a:gd name="adj3" fmla="val 22117"/>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485" name="Google Shape;485;p41"/>
            <p:cNvSpPr/>
            <p:nvPr/>
          </p:nvSpPr>
          <p:spPr>
            <a:xfrm rot="-5400000" flipH="1">
              <a:off x="6716876" y="3141175"/>
              <a:ext cx="8325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486" name="Google Shape;486;p41"/>
            <p:cNvSpPr/>
            <p:nvPr/>
          </p:nvSpPr>
          <p:spPr>
            <a:xfrm rot="5400000" flipH="1">
              <a:off x="-962824" y="2779250"/>
              <a:ext cx="1896900" cy="1896900"/>
            </a:xfrm>
            <a:prstGeom prst="blockArc">
              <a:avLst>
                <a:gd name="adj1" fmla="val 10800000"/>
                <a:gd name="adj2" fmla="val 21539247"/>
                <a:gd name="adj3" fmla="val 17334"/>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487" name="Google Shape;487;p41"/>
          <p:cNvGrpSpPr/>
          <p:nvPr/>
        </p:nvGrpSpPr>
        <p:grpSpPr>
          <a:xfrm>
            <a:off x="-962825" y="81904"/>
            <a:ext cx="10251619" cy="5069347"/>
            <a:chOff x="-962825" y="81904"/>
            <a:chExt cx="10251619" cy="5069347"/>
          </a:xfrm>
        </p:grpSpPr>
        <p:pic>
          <p:nvPicPr>
            <p:cNvPr id="488" name="Google Shape;488;p41"/>
            <p:cNvPicPr preferRelativeResize="0"/>
            <p:nvPr/>
          </p:nvPicPr>
          <p:blipFill>
            <a:blip r:embed="rId3">
              <a:alphaModFix/>
            </a:blip>
            <a:stretch>
              <a:fillRect/>
            </a:stretch>
          </p:blipFill>
          <p:spPr>
            <a:xfrm flipH="1">
              <a:off x="-962825" y="867925"/>
              <a:ext cx="2206501" cy="4283325"/>
            </a:xfrm>
            <a:prstGeom prst="rect">
              <a:avLst/>
            </a:prstGeom>
            <a:noFill/>
            <a:ln>
              <a:noFill/>
            </a:ln>
            <a:effectLst>
              <a:outerShdw blurRad="57150" dist="47625" dir="5400000" algn="bl" rotWithShape="0">
                <a:schemeClr val="dk1">
                  <a:alpha val="37000"/>
                </a:schemeClr>
              </a:outerShdw>
            </a:effectLst>
          </p:spPr>
        </p:pic>
        <p:grpSp>
          <p:nvGrpSpPr>
            <p:cNvPr id="489" name="Google Shape;489;p41"/>
            <p:cNvGrpSpPr/>
            <p:nvPr/>
          </p:nvGrpSpPr>
          <p:grpSpPr>
            <a:xfrm flipH="1">
              <a:off x="7678302" y="4401391"/>
              <a:ext cx="1102438" cy="577167"/>
              <a:chOff x="359837" y="4401391"/>
              <a:chExt cx="1102438" cy="577167"/>
            </a:xfrm>
          </p:grpSpPr>
          <p:pic>
            <p:nvPicPr>
              <p:cNvPr id="490" name="Google Shape;490;p41"/>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491" name="Google Shape;491;p41"/>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nvGrpSpPr>
            <p:cNvPr id="492" name="Google Shape;492;p41"/>
            <p:cNvGrpSpPr/>
            <p:nvPr/>
          </p:nvGrpSpPr>
          <p:grpSpPr>
            <a:xfrm flipH="1">
              <a:off x="8100369" y="81904"/>
              <a:ext cx="1188426" cy="1227668"/>
              <a:chOff x="-7843" y="83454"/>
              <a:chExt cx="1188426" cy="1227668"/>
            </a:xfrm>
          </p:grpSpPr>
          <p:pic>
            <p:nvPicPr>
              <p:cNvPr id="493" name="Google Shape;493;p41"/>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dist="19050" dir="5400000" algn="bl" rotWithShape="0">
                  <a:schemeClr val="dk1">
                    <a:alpha val="67000"/>
                  </a:schemeClr>
                </a:outerShdw>
              </a:effectLst>
            </p:spPr>
          </p:pic>
          <p:pic>
            <p:nvPicPr>
              <p:cNvPr id="494" name="Google Shape;494;p41"/>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dist="19050" dir="5400000" algn="bl" rotWithShape="0">
                  <a:schemeClr val="dk1">
                    <a:alpha val="67000"/>
                  </a:schemeClr>
                </a:outerShdw>
              </a:effectLst>
            </p:spPr>
          </p:pic>
          <p:pic>
            <p:nvPicPr>
              <p:cNvPr id="495" name="Google Shape;495;p41"/>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dist="19050" dir="5400000" algn="bl" rotWithShape="0">
                  <a:schemeClr val="dk1">
                    <a:alpha val="67000"/>
                  </a:schemeClr>
                </a:outerShdw>
              </a:effectLst>
            </p:spPr>
          </p:pic>
        </p:grpSp>
      </p:grpSp>
      <p:sp>
        <p:nvSpPr>
          <p:cNvPr id="496" name="Google Shape;496;p41"/>
          <p:cNvSpPr txBox="1">
            <a:spLocks noGrp="1"/>
          </p:cNvSpPr>
          <p:nvPr>
            <p:ph type="title"/>
          </p:nvPr>
        </p:nvSpPr>
        <p:spPr>
          <a:xfrm>
            <a:off x="2347938" y="829925"/>
            <a:ext cx="4448100" cy="10587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497" name="Google Shape;497;p41"/>
          <p:cNvSpPr txBox="1">
            <a:spLocks noGrp="1"/>
          </p:cNvSpPr>
          <p:nvPr>
            <p:ph type="subTitle" idx="1"/>
          </p:nvPr>
        </p:nvSpPr>
        <p:spPr>
          <a:xfrm>
            <a:off x="2347900" y="1888625"/>
            <a:ext cx="4448100" cy="11640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98" name="Google Shape;498;p41"/>
          <p:cNvSpPr txBox="1"/>
          <p:nvPr/>
        </p:nvSpPr>
        <p:spPr>
          <a:xfrm>
            <a:off x="2347800" y="3764350"/>
            <a:ext cx="4448100" cy="5562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000" b="1">
                <a:solidFill>
                  <a:schemeClr val="dk1"/>
                </a:solidFill>
                <a:latin typeface="Spinnaker"/>
                <a:ea typeface="Spinnaker"/>
                <a:cs typeface="Spinnaker"/>
                <a:sym typeface="Spinnaker"/>
              </a:rPr>
              <a:t>CREDITS:</a:t>
            </a:r>
            <a:r>
              <a:rPr lang="en" sz="1000">
                <a:solidFill>
                  <a:schemeClr val="dk1"/>
                </a:solidFill>
                <a:latin typeface="Spinnaker"/>
                <a:ea typeface="Spinnaker"/>
                <a:cs typeface="Spinnaker"/>
                <a:sym typeface="Spinnaker"/>
              </a:rPr>
              <a:t> This presentation template was created by </a:t>
            </a:r>
            <a:r>
              <a:rPr lang="en" sz="1000" b="1" u="sng">
                <a:solidFill>
                  <a:schemeClr val="dk1"/>
                </a:solidFill>
                <a:latin typeface="Spinnaker"/>
                <a:ea typeface="Spinnaker"/>
                <a:cs typeface="Spinnaker"/>
                <a:sym typeface="Spinnaker"/>
                <a:hlinkClick r:id="rId7">
                  <a:extLst>
                    <a:ext uri="{A12FA001-AC4F-418D-AE19-62706E023703}">
                      <ahyp:hlinkClr xmlns:ahyp="http://schemas.microsoft.com/office/drawing/2018/hyperlinkcolor" val="tx"/>
                    </a:ext>
                  </a:extLst>
                </a:hlinkClick>
              </a:rPr>
              <a:t>Slidesgo</a:t>
            </a:r>
            <a:r>
              <a:rPr lang="en" sz="1000">
                <a:solidFill>
                  <a:schemeClr val="dk1"/>
                </a:solidFill>
                <a:latin typeface="Spinnaker"/>
                <a:ea typeface="Spinnaker"/>
                <a:cs typeface="Spinnaker"/>
                <a:sym typeface="Spinnaker"/>
              </a:rPr>
              <a:t>, and includes icons by </a:t>
            </a:r>
            <a:r>
              <a:rPr lang="en" sz="1000" b="1" u="sng">
                <a:solidFill>
                  <a:schemeClr val="dk1"/>
                </a:solidFill>
                <a:latin typeface="Spinnaker"/>
                <a:ea typeface="Spinnaker"/>
                <a:cs typeface="Spinnaker"/>
                <a:sym typeface="Spinnaker"/>
                <a:hlinkClick r:id="rId8">
                  <a:extLst>
                    <a:ext uri="{A12FA001-AC4F-418D-AE19-62706E023703}">
                      <ahyp:hlinkClr xmlns:ahyp="http://schemas.microsoft.com/office/drawing/2018/hyperlinkcolor" val="tx"/>
                    </a:ext>
                  </a:extLst>
                </a:hlinkClick>
              </a:rPr>
              <a:t>Flaticon</a:t>
            </a:r>
            <a:r>
              <a:rPr lang="en" sz="1000">
                <a:solidFill>
                  <a:schemeClr val="dk1"/>
                </a:solidFill>
                <a:latin typeface="Spinnaker"/>
                <a:ea typeface="Spinnaker"/>
                <a:cs typeface="Spinnaker"/>
                <a:sym typeface="Spinnaker"/>
              </a:rPr>
              <a:t>, and infographics &amp; images by </a:t>
            </a:r>
            <a:r>
              <a:rPr lang="en" sz="1000" b="1" u="sng">
                <a:solidFill>
                  <a:schemeClr val="dk1"/>
                </a:solidFill>
                <a:latin typeface="Spinnaker"/>
                <a:ea typeface="Spinnaker"/>
                <a:cs typeface="Spinnaker"/>
                <a:sym typeface="Spinnaker"/>
                <a:hlinkClick r:id="rId9">
                  <a:extLst>
                    <a:ext uri="{A12FA001-AC4F-418D-AE19-62706E023703}">
                      <ahyp:hlinkClr xmlns:ahyp="http://schemas.microsoft.com/office/drawing/2018/hyperlinkcolor" val="tx"/>
                    </a:ext>
                  </a:extLst>
                </a:hlinkClick>
              </a:rPr>
              <a:t>Freepik</a:t>
            </a:r>
            <a:r>
              <a:rPr lang="en" sz="1000" u="sng">
                <a:solidFill>
                  <a:schemeClr val="dk1"/>
                </a:solidFill>
                <a:latin typeface="Spinnaker"/>
                <a:ea typeface="Spinnaker"/>
                <a:cs typeface="Spinnaker"/>
                <a:sym typeface="Spinnaker"/>
              </a:rPr>
              <a:t> </a:t>
            </a:r>
            <a:endParaRPr sz="1000" b="1" u="sng">
              <a:solidFill>
                <a:schemeClr val="dk1"/>
              </a:solidFill>
              <a:latin typeface="Spinnaker"/>
              <a:ea typeface="Spinnaker"/>
              <a:cs typeface="Spinnaker"/>
              <a:sym typeface="Spinnaker"/>
            </a:endParaRPr>
          </a:p>
        </p:txBody>
      </p:sp>
      <p:sp>
        <p:nvSpPr>
          <p:cNvPr id="499" name="Google Shape;499;p41"/>
          <p:cNvSpPr txBox="1">
            <a:spLocks noGrp="1"/>
          </p:cNvSpPr>
          <p:nvPr>
            <p:ph type="sldNum" idx="12"/>
          </p:nvPr>
        </p:nvSpPr>
        <p:spPr>
          <a:xfrm>
            <a:off x="8430734" y="445026"/>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500"/>
        <p:cNvGrpSpPr/>
        <p:nvPr/>
      </p:nvGrpSpPr>
      <p:grpSpPr>
        <a:xfrm>
          <a:off x="0" y="0"/>
          <a:ext cx="0" cy="0"/>
          <a:chOff x="0" y="0"/>
          <a:chExt cx="0" cy="0"/>
        </a:xfrm>
      </p:grpSpPr>
      <p:pic>
        <p:nvPicPr>
          <p:cNvPr id="501" name="Google Shape;501;p42"/>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502" name="Google Shape;502;p42"/>
          <p:cNvGrpSpPr/>
          <p:nvPr/>
        </p:nvGrpSpPr>
        <p:grpSpPr>
          <a:xfrm>
            <a:off x="0" y="-613825"/>
            <a:ext cx="9564675" cy="6140950"/>
            <a:chOff x="0" y="-613825"/>
            <a:chExt cx="9564675" cy="6140950"/>
          </a:xfrm>
        </p:grpSpPr>
        <p:sp>
          <p:nvSpPr>
            <p:cNvPr id="503" name="Google Shape;503;p42"/>
            <p:cNvSpPr/>
            <p:nvPr/>
          </p:nvSpPr>
          <p:spPr>
            <a:xfrm rot="5400000">
              <a:off x="1593450" y="3105975"/>
              <a:ext cx="8277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504" name="Google Shape;504;p42"/>
            <p:cNvSpPr/>
            <p:nvPr/>
          </p:nvSpPr>
          <p:spPr>
            <a:xfrm rot="10800000">
              <a:off x="8736975" y="0"/>
              <a:ext cx="827700" cy="23787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505" name="Google Shape;505;p42"/>
            <p:cNvSpPr/>
            <p:nvPr/>
          </p:nvSpPr>
          <p:spPr>
            <a:xfrm rot="10800000">
              <a:off x="226175" y="-613825"/>
              <a:ext cx="1205100" cy="1205100"/>
            </a:xfrm>
            <a:prstGeom prst="blockArc">
              <a:avLst>
                <a:gd name="adj1" fmla="val 10800000"/>
                <a:gd name="adj2" fmla="val 21545870"/>
                <a:gd name="adj3" fmla="val 19432"/>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506" name="Google Shape;506;p42"/>
          <p:cNvSpPr txBox="1">
            <a:spLocks noGrp="1"/>
          </p:cNvSpPr>
          <p:nvPr>
            <p:ph type="sldNum" idx="12"/>
          </p:nvPr>
        </p:nvSpPr>
        <p:spPr>
          <a:xfrm>
            <a:off x="8430734" y="445026"/>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507"/>
        <p:cNvGrpSpPr/>
        <p:nvPr/>
      </p:nvGrpSpPr>
      <p:grpSpPr>
        <a:xfrm>
          <a:off x="0" y="0"/>
          <a:ext cx="0" cy="0"/>
          <a:chOff x="0" y="0"/>
          <a:chExt cx="0" cy="0"/>
        </a:xfrm>
      </p:grpSpPr>
      <p:pic>
        <p:nvPicPr>
          <p:cNvPr id="508" name="Google Shape;508;p43"/>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509" name="Google Shape;509;p43"/>
          <p:cNvGrpSpPr/>
          <p:nvPr/>
        </p:nvGrpSpPr>
        <p:grpSpPr>
          <a:xfrm>
            <a:off x="-601700" y="0"/>
            <a:ext cx="10358225" cy="5143500"/>
            <a:chOff x="-601700" y="0"/>
            <a:chExt cx="10358225" cy="5143500"/>
          </a:xfrm>
        </p:grpSpPr>
        <p:grpSp>
          <p:nvGrpSpPr>
            <p:cNvPr id="510" name="Google Shape;510;p43"/>
            <p:cNvGrpSpPr/>
            <p:nvPr/>
          </p:nvGrpSpPr>
          <p:grpSpPr>
            <a:xfrm rot="5400000">
              <a:off x="-2006450" y="1404750"/>
              <a:ext cx="4014600" cy="1205100"/>
              <a:chOff x="150" y="4543750"/>
              <a:chExt cx="4014600" cy="1205100"/>
            </a:xfrm>
          </p:grpSpPr>
          <p:sp>
            <p:nvSpPr>
              <p:cNvPr id="511" name="Google Shape;511;p43"/>
              <p:cNvSpPr/>
              <p:nvPr/>
            </p:nvSpPr>
            <p:spPr>
              <a:xfrm rot="5400000">
                <a:off x="1622250" y="3110125"/>
                <a:ext cx="7704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512" name="Google Shape;512;p43"/>
              <p:cNvSpPr/>
              <p:nvPr/>
            </p:nvSpPr>
            <p:spPr>
              <a:xfrm>
                <a:off x="2283875" y="4543750"/>
                <a:ext cx="1205100" cy="1205100"/>
              </a:xfrm>
              <a:prstGeom prst="blockArc">
                <a:avLst>
                  <a:gd name="adj1" fmla="val 10800000"/>
                  <a:gd name="adj2" fmla="val 93824"/>
                  <a:gd name="adj3" fmla="val 19896"/>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513" name="Google Shape;513;p43"/>
            <p:cNvGrpSpPr/>
            <p:nvPr/>
          </p:nvGrpSpPr>
          <p:grpSpPr>
            <a:xfrm rot="-5400000">
              <a:off x="7146675" y="2533650"/>
              <a:ext cx="4014600" cy="1205100"/>
              <a:chOff x="150" y="4543750"/>
              <a:chExt cx="4014600" cy="1205100"/>
            </a:xfrm>
          </p:grpSpPr>
          <p:sp>
            <p:nvSpPr>
              <p:cNvPr id="514" name="Google Shape;514;p43"/>
              <p:cNvSpPr/>
              <p:nvPr/>
            </p:nvSpPr>
            <p:spPr>
              <a:xfrm rot="5400000">
                <a:off x="1622250" y="3110125"/>
                <a:ext cx="770400" cy="4014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515" name="Google Shape;515;p43"/>
              <p:cNvSpPr/>
              <p:nvPr/>
            </p:nvSpPr>
            <p:spPr>
              <a:xfrm>
                <a:off x="2283875" y="4543750"/>
                <a:ext cx="1205100" cy="1205100"/>
              </a:xfrm>
              <a:prstGeom prst="blockArc">
                <a:avLst>
                  <a:gd name="adj1" fmla="val 10800000"/>
                  <a:gd name="adj2" fmla="val 93824"/>
                  <a:gd name="adj3" fmla="val 19896"/>
                </a:avLst>
              </a:prstGeom>
              <a:solidFill>
                <a:srgbClr val="DDE799">
                  <a:alpha val="742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sp>
        <p:nvSpPr>
          <p:cNvPr id="516" name="Google Shape;516;p43"/>
          <p:cNvSpPr txBox="1">
            <a:spLocks noGrp="1"/>
          </p:cNvSpPr>
          <p:nvPr>
            <p:ph type="sldNum" idx="12"/>
          </p:nvPr>
        </p:nvSpPr>
        <p:spPr>
          <a:xfrm>
            <a:off x="8430734" y="445026"/>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42"/>
        <p:cNvGrpSpPr/>
        <p:nvPr/>
      </p:nvGrpSpPr>
      <p:grpSpPr>
        <a:xfrm>
          <a:off x="0" y="0"/>
          <a:ext cx="0" cy="0"/>
          <a:chOff x="0" y="0"/>
          <a:chExt cx="0" cy="0"/>
        </a:xfrm>
      </p:grpSpPr>
      <p:pic>
        <p:nvPicPr>
          <p:cNvPr id="543" name="Google Shape;543;p46"/>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544" name="Google Shape;544;p46"/>
          <p:cNvSpPr txBox="1">
            <a:spLocks noGrp="1"/>
          </p:cNvSpPr>
          <p:nvPr>
            <p:ph type="title"/>
          </p:nvPr>
        </p:nvSpPr>
        <p:spPr>
          <a:xfrm>
            <a:off x="1564350" y="2292350"/>
            <a:ext cx="6015300" cy="811200"/>
          </a:xfrm>
          <a:prstGeom prst="rect">
            <a:avLst/>
          </a:prstGeom>
        </p:spPr>
        <p:txBody>
          <a:bodyPr spcFirstLastPara="1" wrap="square" lIns="91425" tIns="91425" rIns="91425" bIns="91425" anchor="t" anchorCtr="0">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545" name="Google Shape;545;p46"/>
          <p:cNvSpPr txBox="1">
            <a:spLocks noGrp="1"/>
          </p:cNvSpPr>
          <p:nvPr>
            <p:ph type="title" idx="2" hasCustomPrompt="1"/>
          </p:nvPr>
        </p:nvSpPr>
        <p:spPr>
          <a:xfrm>
            <a:off x="3838800" y="1130300"/>
            <a:ext cx="1466400" cy="811200"/>
          </a:xfrm>
          <a:prstGeom prst="rect">
            <a:avLst/>
          </a:prstGeom>
          <a:solidFill>
            <a:schemeClr val="dk2"/>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a:spcBef>
                <a:spcPts val="0"/>
              </a:spcBef>
              <a:spcAft>
                <a:spcPts val="0"/>
              </a:spcAft>
              <a:buSzPts val="5000"/>
              <a:buNone/>
              <a:defRPr sz="5000"/>
            </a:lvl1pPr>
            <a:lvl2pPr lvl="1" algn="ctr">
              <a:spcBef>
                <a:spcPts val="0"/>
              </a:spcBef>
              <a:spcAft>
                <a:spcPts val="0"/>
              </a:spcAft>
              <a:buClr>
                <a:schemeClr val="lt1"/>
              </a:buClr>
              <a:buSzPts val="5000"/>
              <a:buNone/>
              <a:defRPr sz="5000">
                <a:solidFill>
                  <a:schemeClr val="lt1"/>
                </a:solidFill>
              </a:defRPr>
            </a:lvl2pPr>
            <a:lvl3pPr lvl="2" algn="ctr">
              <a:spcBef>
                <a:spcPts val="0"/>
              </a:spcBef>
              <a:spcAft>
                <a:spcPts val="0"/>
              </a:spcAft>
              <a:buClr>
                <a:schemeClr val="lt1"/>
              </a:buClr>
              <a:buSzPts val="5000"/>
              <a:buNone/>
              <a:defRPr sz="5000">
                <a:solidFill>
                  <a:schemeClr val="lt1"/>
                </a:solidFill>
              </a:defRPr>
            </a:lvl3pPr>
            <a:lvl4pPr lvl="3" algn="ctr">
              <a:spcBef>
                <a:spcPts val="0"/>
              </a:spcBef>
              <a:spcAft>
                <a:spcPts val="0"/>
              </a:spcAft>
              <a:buClr>
                <a:schemeClr val="lt1"/>
              </a:buClr>
              <a:buSzPts val="5000"/>
              <a:buNone/>
              <a:defRPr sz="5000">
                <a:solidFill>
                  <a:schemeClr val="lt1"/>
                </a:solidFill>
              </a:defRPr>
            </a:lvl4pPr>
            <a:lvl5pPr lvl="4" algn="ctr">
              <a:spcBef>
                <a:spcPts val="0"/>
              </a:spcBef>
              <a:spcAft>
                <a:spcPts val="0"/>
              </a:spcAft>
              <a:buClr>
                <a:schemeClr val="lt1"/>
              </a:buClr>
              <a:buSzPts val="5000"/>
              <a:buNone/>
              <a:defRPr sz="5000">
                <a:solidFill>
                  <a:schemeClr val="lt1"/>
                </a:solidFill>
              </a:defRPr>
            </a:lvl5pPr>
            <a:lvl6pPr lvl="5" algn="ctr">
              <a:spcBef>
                <a:spcPts val="0"/>
              </a:spcBef>
              <a:spcAft>
                <a:spcPts val="0"/>
              </a:spcAft>
              <a:buClr>
                <a:schemeClr val="lt1"/>
              </a:buClr>
              <a:buSzPts val="5000"/>
              <a:buNone/>
              <a:defRPr sz="5000">
                <a:solidFill>
                  <a:schemeClr val="lt1"/>
                </a:solidFill>
              </a:defRPr>
            </a:lvl6pPr>
            <a:lvl7pPr lvl="6" algn="ctr">
              <a:spcBef>
                <a:spcPts val="0"/>
              </a:spcBef>
              <a:spcAft>
                <a:spcPts val="0"/>
              </a:spcAft>
              <a:buClr>
                <a:schemeClr val="lt1"/>
              </a:buClr>
              <a:buSzPts val="5000"/>
              <a:buNone/>
              <a:defRPr sz="5000">
                <a:solidFill>
                  <a:schemeClr val="lt1"/>
                </a:solidFill>
              </a:defRPr>
            </a:lvl7pPr>
            <a:lvl8pPr lvl="7" algn="ctr">
              <a:spcBef>
                <a:spcPts val="0"/>
              </a:spcBef>
              <a:spcAft>
                <a:spcPts val="0"/>
              </a:spcAft>
              <a:buClr>
                <a:schemeClr val="lt1"/>
              </a:buClr>
              <a:buSzPts val="5000"/>
              <a:buNone/>
              <a:defRPr sz="5000">
                <a:solidFill>
                  <a:schemeClr val="lt1"/>
                </a:solidFill>
              </a:defRPr>
            </a:lvl8pPr>
            <a:lvl9pPr lvl="8" algn="ctr">
              <a:spcBef>
                <a:spcPts val="0"/>
              </a:spcBef>
              <a:spcAft>
                <a:spcPts val="0"/>
              </a:spcAft>
              <a:buClr>
                <a:schemeClr val="lt1"/>
              </a:buClr>
              <a:buSzPts val="5000"/>
              <a:buNone/>
              <a:defRPr sz="5000">
                <a:solidFill>
                  <a:schemeClr val="lt1"/>
                </a:solidFill>
              </a:defRPr>
            </a:lvl9pPr>
          </a:lstStyle>
          <a:p>
            <a:r>
              <a:t>xx%</a:t>
            </a:r>
          </a:p>
        </p:txBody>
      </p:sp>
      <p:sp>
        <p:nvSpPr>
          <p:cNvPr id="546" name="Google Shape;546;p46"/>
          <p:cNvSpPr txBox="1">
            <a:spLocks noGrp="1"/>
          </p:cNvSpPr>
          <p:nvPr>
            <p:ph type="subTitle" idx="1"/>
          </p:nvPr>
        </p:nvSpPr>
        <p:spPr>
          <a:xfrm>
            <a:off x="1564350" y="3303575"/>
            <a:ext cx="6015300" cy="3750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547" name="Google Shape;547;p46"/>
          <p:cNvGrpSpPr/>
          <p:nvPr/>
        </p:nvGrpSpPr>
        <p:grpSpPr>
          <a:xfrm>
            <a:off x="8206512" y="4230524"/>
            <a:ext cx="848365" cy="950159"/>
            <a:chOff x="41662" y="277999"/>
            <a:chExt cx="848365" cy="950159"/>
          </a:xfrm>
        </p:grpSpPr>
        <p:pic>
          <p:nvPicPr>
            <p:cNvPr id="548" name="Google Shape;548;p46"/>
            <p:cNvPicPr preferRelativeResize="0"/>
            <p:nvPr/>
          </p:nvPicPr>
          <p:blipFill>
            <a:blip r:embed="rId3">
              <a:alphaModFix/>
            </a:blip>
            <a:stretch>
              <a:fillRect/>
            </a:stretch>
          </p:blipFill>
          <p:spPr>
            <a:xfrm rot="-1083129" flipH="1">
              <a:off x="101303" y="652430"/>
              <a:ext cx="646323" cy="487587"/>
            </a:xfrm>
            <a:prstGeom prst="rect">
              <a:avLst/>
            </a:prstGeom>
            <a:noFill/>
            <a:ln>
              <a:noFill/>
            </a:ln>
            <a:effectLst>
              <a:outerShdw blurRad="57150" dist="19050" dir="5400000" algn="bl" rotWithShape="0">
                <a:schemeClr val="dk1">
                  <a:alpha val="50000"/>
                </a:schemeClr>
              </a:outerShdw>
            </a:effectLst>
          </p:spPr>
        </p:pic>
        <p:pic>
          <p:nvPicPr>
            <p:cNvPr id="549" name="Google Shape;549;p46"/>
            <p:cNvPicPr preferRelativeResize="0"/>
            <p:nvPr/>
          </p:nvPicPr>
          <p:blipFill>
            <a:blip r:embed="rId3">
              <a:alphaModFix/>
            </a:blip>
            <a:stretch>
              <a:fillRect/>
            </a:stretch>
          </p:blipFill>
          <p:spPr>
            <a:xfrm rot="-5826171" flipH="1">
              <a:off x="570466" y="412512"/>
              <a:ext cx="341359" cy="257531"/>
            </a:xfrm>
            <a:prstGeom prst="rect">
              <a:avLst/>
            </a:prstGeom>
            <a:noFill/>
            <a:ln>
              <a:noFill/>
            </a:ln>
            <a:effectLst>
              <a:outerShdw blurRad="57150" dist="19050" dir="5400000" algn="bl" rotWithShape="0">
                <a:schemeClr val="dk1">
                  <a:alpha val="50000"/>
                </a:schemeClr>
              </a:outerShdw>
            </a:effectLst>
          </p:spPr>
        </p:pic>
        <p:pic>
          <p:nvPicPr>
            <p:cNvPr id="550" name="Google Shape;550;p46"/>
            <p:cNvPicPr preferRelativeResize="0"/>
            <p:nvPr/>
          </p:nvPicPr>
          <p:blipFill>
            <a:blip r:embed="rId4">
              <a:alphaModFix/>
            </a:blip>
            <a:stretch>
              <a:fillRect/>
            </a:stretch>
          </p:blipFill>
          <p:spPr>
            <a:xfrm rot="-8300824" flipH="1">
              <a:off x="200914" y="402080"/>
              <a:ext cx="447091" cy="193739"/>
            </a:xfrm>
            <a:prstGeom prst="rect">
              <a:avLst/>
            </a:prstGeom>
            <a:noFill/>
            <a:ln>
              <a:noFill/>
            </a:ln>
            <a:effectLst>
              <a:outerShdw blurRad="57150" dist="19050" dir="5400000" algn="bl" rotWithShape="0">
                <a:schemeClr val="dk1">
                  <a:alpha val="50000"/>
                </a:schemeClr>
              </a:outerShdw>
            </a:effectLst>
          </p:spPr>
        </p:pic>
      </p:grpSp>
      <p:pic>
        <p:nvPicPr>
          <p:cNvPr id="551" name="Google Shape;551;p46"/>
          <p:cNvPicPr preferRelativeResize="0"/>
          <p:nvPr/>
        </p:nvPicPr>
        <p:blipFill>
          <a:blip r:embed="rId5">
            <a:alphaModFix/>
          </a:blip>
          <a:stretch>
            <a:fillRect/>
          </a:stretch>
        </p:blipFill>
        <p:spPr>
          <a:xfrm>
            <a:off x="-63488" y="2838714"/>
            <a:ext cx="1292850" cy="2334673"/>
          </a:xfrm>
          <a:prstGeom prst="rect">
            <a:avLst/>
          </a:prstGeom>
          <a:noFill/>
          <a:ln>
            <a:noFill/>
          </a:ln>
          <a:effectLst>
            <a:outerShdw blurRad="57150" dist="19050" dir="5400000" algn="bl" rotWithShape="0">
              <a:schemeClr val="dk1">
                <a:alpha val="50000"/>
              </a:schemeClr>
            </a:outerShdw>
          </a:effectLst>
        </p:spPr>
      </p:pic>
      <p:grpSp>
        <p:nvGrpSpPr>
          <p:cNvPr id="552" name="Google Shape;552;p46"/>
          <p:cNvGrpSpPr/>
          <p:nvPr/>
        </p:nvGrpSpPr>
        <p:grpSpPr>
          <a:xfrm>
            <a:off x="-601700" y="-872075"/>
            <a:ext cx="10705100" cy="5548225"/>
            <a:chOff x="-601700" y="-872075"/>
            <a:chExt cx="10705100" cy="5548225"/>
          </a:xfrm>
        </p:grpSpPr>
        <p:sp>
          <p:nvSpPr>
            <p:cNvPr id="553" name="Google Shape;553;p46"/>
            <p:cNvSpPr/>
            <p:nvPr/>
          </p:nvSpPr>
          <p:spPr>
            <a:xfrm rot="-5400000">
              <a:off x="8206500" y="2779250"/>
              <a:ext cx="1896900" cy="1896900"/>
            </a:xfrm>
            <a:prstGeom prst="blockArc">
              <a:avLst>
                <a:gd name="adj1" fmla="val 10800000"/>
                <a:gd name="adj2" fmla="val 21596677"/>
                <a:gd name="adj3" fmla="val 11819"/>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554" name="Google Shape;554;p46"/>
            <p:cNvGrpSpPr/>
            <p:nvPr/>
          </p:nvGrpSpPr>
          <p:grpSpPr>
            <a:xfrm rot="5400000">
              <a:off x="-2006450" y="1404750"/>
              <a:ext cx="4014600" cy="1205100"/>
              <a:chOff x="150" y="4543750"/>
              <a:chExt cx="4014600" cy="1205100"/>
            </a:xfrm>
          </p:grpSpPr>
          <p:sp>
            <p:nvSpPr>
              <p:cNvPr id="555" name="Google Shape;555;p46"/>
              <p:cNvSpPr/>
              <p:nvPr/>
            </p:nvSpPr>
            <p:spPr>
              <a:xfrm rot="5400000">
                <a:off x="1622250" y="3110125"/>
                <a:ext cx="7704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556" name="Google Shape;556;p46"/>
              <p:cNvSpPr/>
              <p:nvPr/>
            </p:nvSpPr>
            <p:spPr>
              <a:xfrm>
                <a:off x="262475" y="4543750"/>
                <a:ext cx="1205100" cy="1205100"/>
              </a:xfrm>
              <a:prstGeom prst="blockArc">
                <a:avLst>
                  <a:gd name="adj1" fmla="val 10800000"/>
                  <a:gd name="adj2" fmla="val 93824"/>
                  <a:gd name="adj3" fmla="val 19896"/>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557" name="Google Shape;557;p46"/>
            <p:cNvGrpSpPr/>
            <p:nvPr/>
          </p:nvGrpSpPr>
          <p:grpSpPr>
            <a:xfrm>
              <a:off x="6148925" y="-872075"/>
              <a:ext cx="2489300" cy="1740000"/>
              <a:chOff x="6148925" y="-872075"/>
              <a:chExt cx="2489300" cy="1740000"/>
            </a:xfrm>
          </p:grpSpPr>
          <p:sp>
            <p:nvSpPr>
              <p:cNvPr id="558" name="Google Shape;558;p46"/>
              <p:cNvSpPr/>
              <p:nvPr/>
            </p:nvSpPr>
            <p:spPr>
              <a:xfrm>
                <a:off x="6898225" y="-872075"/>
                <a:ext cx="1740000" cy="1740000"/>
              </a:xfrm>
              <a:prstGeom prst="pie">
                <a:avLst>
                  <a:gd name="adj1" fmla="val 0"/>
                  <a:gd name="adj2" fmla="val 1080014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559" name="Google Shape;559;p46"/>
              <p:cNvSpPr/>
              <p:nvPr/>
            </p:nvSpPr>
            <p:spPr>
              <a:xfrm rot="10800000">
                <a:off x="6148925" y="-604625"/>
                <a:ext cx="1205100" cy="1205100"/>
              </a:xfrm>
              <a:prstGeom prst="blockArc">
                <a:avLst>
                  <a:gd name="adj1" fmla="val 10800000"/>
                  <a:gd name="adj2" fmla="val 108721"/>
                  <a:gd name="adj3" fmla="val 22117"/>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sp>
        <p:nvSpPr>
          <p:cNvPr id="560" name="Google Shape;560;p46"/>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61"/>
        <p:cNvGrpSpPr/>
        <p:nvPr/>
      </p:nvGrpSpPr>
      <p:grpSpPr>
        <a:xfrm>
          <a:off x="0" y="0"/>
          <a:ext cx="0" cy="0"/>
          <a:chOff x="0" y="0"/>
          <a:chExt cx="0" cy="0"/>
        </a:xfrm>
      </p:grpSpPr>
      <p:pic>
        <p:nvPicPr>
          <p:cNvPr id="562" name="Google Shape;562;p47"/>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563" name="Google Shape;563;p4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564" name="Google Shape;564;p47"/>
          <p:cNvSpPr txBox="1">
            <a:spLocks noGrp="1"/>
          </p:cNvSpPr>
          <p:nvPr>
            <p:ph type="body" idx="1"/>
          </p:nvPr>
        </p:nvSpPr>
        <p:spPr>
          <a:xfrm>
            <a:off x="720000" y="1158338"/>
            <a:ext cx="7150200" cy="3185700"/>
          </a:xfrm>
          <a:prstGeom prst="rect">
            <a:avLst/>
          </a:prstGeom>
        </p:spPr>
        <p:txBody>
          <a:bodyPr spcFirstLastPara="1" wrap="square" lIns="91425" tIns="91425" rIns="91425" bIns="91425" anchor="t" anchorCtr="0">
            <a:noAutofit/>
          </a:bodyPr>
          <a:lstStyle>
            <a:lvl1pPr marL="457200" lvl="0" indent="-317500">
              <a:lnSpc>
                <a:spcPct val="115000"/>
              </a:lnSpc>
              <a:spcBef>
                <a:spcPts val="0"/>
              </a:spcBef>
              <a:spcAft>
                <a:spcPts val="0"/>
              </a:spcAft>
              <a:buSzPts val="1400"/>
              <a:buFont typeface="Nunito Light"/>
              <a:buChar char="●"/>
              <a:defRPr/>
            </a:lvl1pPr>
            <a:lvl2pPr marL="914400" lvl="1" indent="-317500">
              <a:lnSpc>
                <a:spcPct val="115000"/>
              </a:lnSpc>
              <a:spcBef>
                <a:spcPts val="0"/>
              </a:spcBef>
              <a:spcAft>
                <a:spcPts val="0"/>
              </a:spcAft>
              <a:buSzPts val="1400"/>
              <a:buFont typeface="Nunito Light"/>
              <a:buChar char="○"/>
              <a:defRPr/>
            </a:lvl2pPr>
            <a:lvl3pPr marL="1371600" lvl="2" indent="-317500">
              <a:lnSpc>
                <a:spcPct val="115000"/>
              </a:lnSpc>
              <a:spcBef>
                <a:spcPts val="0"/>
              </a:spcBef>
              <a:spcAft>
                <a:spcPts val="0"/>
              </a:spcAft>
              <a:buSzPts val="1400"/>
              <a:buFont typeface="Nunito Light"/>
              <a:buChar char="■"/>
              <a:defRPr/>
            </a:lvl3pPr>
            <a:lvl4pPr marL="1828800" lvl="3" indent="-317500">
              <a:lnSpc>
                <a:spcPct val="115000"/>
              </a:lnSpc>
              <a:spcBef>
                <a:spcPts val="0"/>
              </a:spcBef>
              <a:spcAft>
                <a:spcPts val="0"/>
              </a:spcAft>
              <a:buSzPts val="1400"/>
              <a:buFont typeface="Nunito Light"/>
              <a:buChar char="●"/>
              <a:defRPr/>
            </a:lvl4pPr>
            <a:lvl5pPr marL="2286000" lvl="4" indent="-317500">
              <a:lnSpc>
                <a:spcPct val="115000"/>
              </a:lnSpc>
              <a:spcBef>
                <a:spcPts val="0"/>
              </a:spcBef>
              <a:spcAft>
                <a:spcPts val="0"/>
              </a:spcAft>
              <a:buSzPts val="1400"/>
              <a:buFont typeface="Nunito Light"/>
              <a:buChar char="○"/>
              <a:defRPr/>
            </a:lvl5pPr>
            <a:lvl6pPr marL="2743200" lvl="5" indent="-317500">
              <a:lnSpc>
                <a:spcPct val="115000"/>
              </a:lnSpc>
              <a:spcBef>
                <a:spcPts val="0"/>
              </a:spcBef>
              <a:spcAft>
                <a:spcPts val="0"/>
              </a:spcAft>
              <a:buSzPts val="1400"/>
              <a:buFont typeface="Nunito Light"/>
              <a:buChar char="■"/>
              <a:defRPr/>
            </a:lvl6pPr>
            <a:lvl7pPr marL="3200400" lvl="6" indent="-317500">
              <a:lnSpc>
                <a:spcPct val="115000"/>
              </a:lnSpc>
              <a:spcBef>
                <a:spcPts val="0"/>
              </a:spcBef>
              <a:spcAft>
                <a:spcPts val="0"/>
              </a:spcAft>
              <a:buSzPts val="1400"/>
              <a:buFont typeface="Nunito Light"/>
              <a:buChar char="●"/>
              <a:defRPr/>
            </a:lvl7pPr>
            <a:lvl8pPr marL="3657600" lvl="7" indent="-317500">
              <a:lnSpc>
                <a:spcPct val="115000"/>
              </a:lnSpc>
              <a:spcBef>
                <a:spcPts val="0"/>
              </a:spcBef>
              <a:spcAft>
                <a:spcPts val="0"/>
              </a:spcAft>
              <a:buSzPts val="1400"/>
              <a:buFont typeface="Nunito Light"/>
              <a:buChar char="○"/>
              <a:defRPr/>
            </a:lvl8pPr>
            <a:lvl9pPr marL="4114800" lvl="8" indent="-317500">
              <a:lnSpc>
                <a:spcPct val="115000"/>
              </a:lnSpc>
              <a:spcBef>
                <a:spcPts val="0"/>
              </a:spcBef>
              <a:spcAft>
                <a:spcPts val="0"/>
              </a:spcAft>
              <a:buSzPts val="1400"/>
              <a:buFont typeface="Nunito Light"/>
              <a:buChar char="■"/>
              <a:defRPr/>
            </a:lvl9pPr>
          </a:lstStyle>
          <a:p>
            <a:endParaRPr/>
          </a:p>
        </p:txBody>
      </p:sp>
      <p:grpSp>
        <p:nvGrpSpPr>
          <p:cNvPr id="565" name="Google Shape;565;p47"/>
          <p:cNvGrpSpPr/>
          <p:nvPr/>
        </p:nvGrpSpPr>
        <p:grpSpPr>
          <a:xfrm>
            <a:off x="150" y="2779250"/>
            <a:ext cx="10103250" cy="2785475"/>
            <a:chOff x="150" y="2779250"/>
            <a:chExt cx="10103250" cy="2785475"/>
          </a:xfrm>
        </p:grpSpPr>
        <p:sp>
          <p:nvSpPr>
            <p:cNvPr id="566" name="Google Shape;566;p47"/>
            <p:cNvSpPr/>
            <p:nvPr/>
          </p:nvSpPr>
          <p:spPr>
            <a:xfrm rot="5400000">
              <a:off x="1591200" y="3141175"/>
              <a:ext cx="8325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567" name="Google Shape;567;p47"/>
            <p:cNvSpPr/>
            <p:nvPr/>
          </p:nvSpPr>
          <p:spPr>
            <a:xfrm rot="-5400000">
              <a:off x="8206500" y="2779250"/>
              <a:ext cx="1896900" cy="1896900"/>
            </a:xfrm>
            <a:prstGeom prst="blockArc">
              <a:avLst>
                <a:gd name="adj1" fmla="val 10800000"/>
                <a:gd name="adj2" fmla="val 21539247"/>
                <a:gd name="adj3" fmla="val 17334"/>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568" name="Google Shape;568;p47"/>
          <p:cNvGrpSpPr/>
          <p:nvPr/>
        </p:nvGrpSpPr>
        <p:grpSpPr>
          <a:xfrm>
            <a:off x="2" y="156617"/>
            <a:ext cx="1462273" cy="4821940"/>
            <a:chOff x="2" y="156617"/>
            <a:chExt cx="1462273" cy="4821940"/>
          </a:xfrm>
        </p:grpSpPr>
        <p:grpSp>
          <p:nvGrpSpPr>
            <p:cNvPr id="569" name="Google Shape;569;p47"/>
            <p:cNvGrpSpPr/>
            <p:nvPr/>
          </p:nvGrpSpPr>
          <p:grpSpPr>
            <a:xfrm>
              <a:off x="2" y="156617"/>
              <a:ext cx="719987" cy="944360"/>
              <a:chOff x="2" y="156617"/>
              <a:chExt cx="719987" cy="944360"/>
            </a:xfrm>
          </p:grpSpPr>
          <p:pic>
            <p:nvPicPr>
              <p:cNvPr id="570" name="Google Shape;570;p47"/>
              <p:cNvPicPr preferRelativeResize="0"/>
              <p:nvPr/>
            </p:nvPicPr>
            <p:blipFill>
              <a:blip r:embed="rId3">
                <a:alphaModFix/>
              </a:blip>
              <a:stretch>
                <a:fillRect/>
              </a:stretch>
            </p:blipFill>
            <p:spPr>
              <a:xfrm rot="-1083101" flipH="1">
                <a:off x="52781" y="591511"/>
                <a:ext cx="571953" cy="431470"/>
              </a:xfrm>
              <a:prstGeom prst="rect">
                <a:avLst/>
              </a:prstGeom>
              <a:noFill/>
              <a:ln>
                <a:noFill/>
              </a:ln>
            </p:spPr>
          </p:pic>
          <p:pic>
            <p:nvPicPr>
              <p:cNvPr id="571" name="Google Shape;571;p47"/>
              <p:cNvPicPr preferRelativeResize="0"/>
              <p:nvPr/>
            </p:nvPicPr>
            <p:blipFill>
              <a:blip r:embed="rId4">
                <a:alphaModFix/>
              </a:blip>
              <a:stretch>
                <a:fillRect/>
              </a:stretch>
            </p:blipFill>
            <p:spPr>
              <a:xfrm rot="-7447720" flipH="1">
                <a:off x="199687" y="329411"/>
                <a:ext cx="542048" cy="234885"/>
              </a:xfrm>
              <a:prstGeom prst="rect">
                <a:avLst/>
              </a:prstGeom>
              <a:noFill/>
              <a:ln>
                <a:noFill/>
              </a:ln>
            </p:spPr>
          </p:pic>
        </p:grpSp>
        <p:grpSp>
          <p:nvGrpSpPr>
            <p:cNvPr id="572" name="Google Shape;572;p47"/>
            <p:cNvGrpSpPr/>
            <p:nvPr/>
          </p:nvGrpSpPr>
          <p:grpSpPr>
            <a:xfrm>
              <a:off x="359837" y="4401391"/>
              <a:ext cx="1102438" cy="577167"/>
              <a:chOff x="359837" y="4401391"/>
              <a:chExt cx="1102438" cy="577167"/>
            </a:xfrm>
          </p:grpSpPr>
          <p:pic>
            <p:nvPicPr>
              <p:cNvPr id="573" name="Google Shape;573;p47"/>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574" name="Google Shape;574;p47"/>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sp>
        <p:nvSpPr>
          <p:cNvPr id="575" name="Google Shape;575;p47"/>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576"/>
        <p:cNvGrpSpPr/>
        <p:nvPr/>
      </p:nvGrpSpPr>
      <p:grpSpPr>
        <a:xfrm>
          <a:off x="0" y="0"/>
          <a:ext cx="0" cy="0"/>
          <a:chOff x="0" y="0"/>
          <a:chExt cx="0" cy="0"/>
        </a:xfrm>
      </p:grpSpPr>
      <p:pic>
        <p:nvPicPr>
          <p:cNvPr id="577" name="Google Shape;577;p48"/>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578" name="Google Shape;578;p4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579" name="Google Shape;579;p48"/>
          <p:cNvSpPr txBox="1">
            <a:spLocks noGrp="1"/>
          </p:cNvSpPr>
          <p:nvPr>
            <p:ph type="subTitle" idx="1"/>
          </p:nvPr>
        </p:nvSpPr>
        <p:spPr>
          <a:xfrm>
            <a:off x="5055285" y="3805874"/>
            <a:ext cx="26793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1400" b="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80" name="Google Shape;580;p48"/>
          <p:cNvSpPr txBox="1">
            <a:spLocks noGrp="1"/>
          </p:cNvSpPr>
          <p:nvPr>
            <p:ph type="subTitle" idx="2"/>
          </p:nvPr>
        </p:nvSpPr>
        <p:spPr>
          <a:xfrm>
            <a:off x="1526214" y="3805874"/>
            <a:ext cx="26817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1400" b="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81" name="Google Shape;581;p48"/>
          <p:cNvSpPr txBox="1">
            <a:spLocks noGrp="1"/>
          </p:cNvSpPr>
          <p:nvPr>
            <p:ph type="subTitle" idx="3"/>
          </p:nvPr>
        </p:nvSpPr>
        <p:spPr>
          <a:xfrm>
            <a:off x="5055275" y="3051950"/>
            <a:ext cx="2679300" cy="795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582" name="Google Shape;582;p48"/>
          <p:cNvSpPr txBox="1">
            <a:spLocks noGrp="1"/>
          </p:cNvSpPr>
          <p:nvPr>
            <p:ph type="subTitle" idx="4"/>
          </p:nvPr>
        </p:nvSpPr>
        <p:spPr>
          <a:xfrm>
            <a:off x="1526214" y="3051950"/>
            <a:ext cx="2681700" cy="795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grpSp>
        <p:nvGrpSpPr>
          <p:cNvPr id="583" name="Google Shape;583;p48"/>
          <p:cNvGrpSpPr/>
          <p:nvPr/>
        </p:nvGrpSpPr>
        <p:grpSpPr>
          <a:xfrm>
            <a:off x="150" y="2779250"/>
            <a:ext cx="10103250" cy="2785475"/>
            <a:chOff x="150" y="2779250"/>
            <a:chExt cx="10103250" cy="2785475"/>
          </a:xfrm>
        </p:grpSpPr>
        <p:sp>
          <p:nvSpPr>
            <p:cNvPr id="584" name="Google Shape;584;p48"/>
            <p:cNvSpPr/>
            <p:nvPr/>
          </p:nvSpPr>
          <p:spPr>
            <a:xfrm rot="5400000">
              <a:off x="1591200" y="3141175"/>
              <a:ext cx="8325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585" name="Google Shape;585;p48"/>
            <p:cNvSpPr/>
            <p:nvPr/>
          </p:nvSpPr>
          <p:spPr>
            <a:xfrm rot="-5400000">
              <a:off x="8206500" y="2779250"/>
              <a:ext cx="1896900" cy="1896900"/>
            </a:xfrm>
            <a:prstGeom prst="blockArc">
              <a:avLst>
                <a:gd name="adj1" fmla="val 10800000"/>
                <a:gd name="adj2" fmla="val 21539247"/>
                <a:gd name="adj3" fmla="val 17334"/>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586" name="Google Shape;586;p48"/>
          <p:cNvGrpSpPr/>
          <p:nvPr/>
        </p:nvGrpSpPr>
        <p:grpSpPr>
          <a:xfrm>
            <a:off x="2" y="156617"/>
            <a:ext cx="10103400" cy="4994633"/>
            <a:chOff x="2" y="156617"/>
            <a:chExt cx="10103400" cy="4994633"/>
          </a:xfrm>
        </p:grpSpPr>
        <p:grpSp>
          <p:nvGrpSpPr>
            <p:cNvPr id="587" name="Google Shape;587;p48"/>
            <p:cNvGrpSpPr/>
            <p:nvPr/>
          </p:nvGrpSpPr>
          <p:grpSpPr>
            <a:xfrm>
              <a:off x="2" y="156617"/>
              <a:ext cx="719987" cy="944360"/>
              <a:chOff x="2" y="156617"/>
              <a:chExt cx="719987" cy="944360"/>
            </a:xfrm>
          </p:grpSpPr>
          <p:pic>
            <p:nvPicPr>
              <p:cNvPr id="588" name="Google Shape;588;p48"/>
              <p:cNvPicPr preferRelativeResize="0"/>
              <p:nvPr/>
            </p:nvPicPr>
            <p:blipFill>
              <a:blip r:embed="rId3">
                <a:alphaModFix/>
              </a:blip>
              <a:stretch>
                <a:fillRect/>
              </a:stretch>
            </p:blipFill>
            <p:spPr>
              <a:xfrm rot="-1083101" flipH="1">
                <a:off x="52781" y="591511"/>
                <a:ext cx="571953" cy="431470"/>
              </a:xfrm>
              <a:prstGeom prst="rect">
                <a:avLst/>
              </a:prstGeom>
              <a:noFill/>
              <a:ln>
                <a:noFill/>
              </a:ln>
            </p:spPr>
          </p:pic>
          <p:pic>
            <p:nvPicPr>
              <p:cNvPr id="589" name="Google Shape;589;p48"/>
              <p:cNvPicPr preferRelativeResize="0"/>
              <p:nvPr/>
            </p:nvPicPr>
            <p:blipFill>
              <a:blip r:embed="rId4">
                <a:alphaModFix/>
              </a:blip>
              <a:stretch>
                <a:fillRect/>
              </a:stretch>
            </p:blipFill>
            <p:spPr>
              <a:xfrm rot="-7447720" flipH="1">
                <a:off x="199687" y="329411"/>
                <a:ext cx="542048" cy="234885"/>
              </a:xfrm>
              <a:prstGeom prst="rect">
                <a:avLst/>
              </a:prstGeom>
              <a:noFill/>
              <a:ln>
                <a:noFill/>
              </a:ln>
            </p:spPr>
          </p:pic>
        </p:grpSp>
        <p:pic>
          <p:nvPicPr>
            <p:cNvPr id="590" name="Google Shape;590;p48"/>
            <p:cNvPicPr preferRelativeResize="0"/>
            <p:nvPr/>
          </p:nvPicPr>
          <p:blipFill>
            <a:blip r:embed="rId5">
              <a:alphaModFix/>
            </a:blip>
            <a:stretch>
              <a:fillRect/>
            </a:stretch>
          </p:blipFill>
          <p:spPr>
            <a:xfrm>
              <a:off x="7896901" y="867925"/>
              <a:ext cx="2206501" cy="4283325"/>
            </a:xfrm>
            <a:prstGeom prst="rect">
              <a:avLst/>
            </a:prstGeom>
            <a:noFill/>
            <a:ln>
              <a:noFill/>
            </a:ln>
            <a:effectLst>
              <a:outerShdw blurRad="57150" dist="47625" dir="5400000" algn="bl" rotWithShape="0">
                <a:schemeClr val="dk1">
                  <a:alpha val="37000"/>
                </a:schemeClr>
              </a:outerShdw>
            </a:effectLst>
          </p:spPr>
        </p:pic>
        <p:grpSp>
          <p:nvGrpSpPr>
            <p:cNvPr id="591" name="Google Shape;591;p48"/>
            <p:cNvGrpSpPr/>
            <p:nvPr/>
          </p:nvGrpSpPr>
          <p:grpSpPr>
            <a:xfrm>
              <a:off x="359837" y="4401391"/>
              <a:ext cx="1102438" cy="577167"/>
              <a:chOff x="359837" y="4401391"/>
              <a:chExt cx="1102438" cy="577167"/>
            </a:xfrm>
          </p:grpSpPr>
          <p:pic>
            <p:nvPicPr>
              <p:cNvPr id="592" name="Google Shape;592;p48"/>
              <p:cNvPicPr preferRelativeResize="0"/>
              <p:nvPr/>
            </p:nvPicPr>
            <p:blipFill>
              <a:blip r:embed="rId6">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593" name="Google Shape;593;p48"/>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sp>
        <p:nvSpPr>
          <p:cNvPr id="594" name="Google Shape;594;p48"/>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95"/>
        <p:cNvGrpSpPr/>
        <p:nvPr/>
      </p:nvGrpSpPr>
      <p:grpSpPr>
        <a:xfrm>
          <a:off x="0" y="0"/>
          <a:ext cx="0" cy="0"/>
          <a:chOff x="0" y="0"/>
          <a:chExt cx="0" cy="0"/>
        </a:xfrm>
      </p:grpSpPr>
      <p:pic>
        <p:nvPicPr>
          <p:cNvPr id="596" name="Google Shape;596;p49"/>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597" name="Google Shape;597;p4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grpSp>
        <p:nvGrpSpPr>
          <p:cNvPr id="598" name="Google Shape;598;p49"/>
          <p:cNvGrpSpPr/>
          <p:nvPr/>
        </p:nvGrpSpPr>
        <p:grpSpPr>
          <a:xfrm>
            <a:off x="5129400" y="4543750"/>
            <a:ext cx="4014600" cy="1205100"/>
            <a:chOff x="5129400" y="4543750"/>
            <a:chExt cx="4014600" cy="1205100"/>
          </a:xfrm>
        </p:grpSpPr>
        <p:sp>
          <p:nvSpPr>
            <p:cNvPr id="599" name="Google Shape;599;p49"/>
            <p:cNvSpPr/>
            <p:nvPr/>
          </p:nvSpPr>
          <p:spPr>
            <a:xfrm rot="-5400000" flipH="1">
              <a:off x="6722850" y="3138775"/>
              <a:ext cx="8277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600" name="Google Shape;600;p49"/>
            <p:cNvSpPr/>
            <p:nvPr/>
          </p:nvSpPr>
          <p:spPr>
            <a:xfrm flipH="1">
              <a:off x="6209725" y="4543750"/>
              <a:ext cx="1205100" cy="1205100"/>
            </a:xfrm>
            <a:prstGeom prst="blockArc">
              <a:avLst>
                <a:gd name="adj1" fmla="val 10800000"/>
                <a:gd name="adj2" fmla="val 93824"/>
                <a:gd name="adj3" fmla="val 19896"/>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601" name="Google Shape;601;p49"/>
          <p:cNvGrpSpPr/>
          <p:nvPr/>
        </p:nvGrpSpPr>
        <p:grpSpPr>
          <a:xfrm>
            <a:off x="2" y="156617"/>
            <a:ext cx="9296400" cy="4986881"/>
            <a:chOff x="2" y="156617"/>
            <a:chExt cx="9296400" cy="4986881"/>
          </a:xfrm>
        </p:grpSpPr>
        <p:grpSp>
          <p:nvGrpSpPr>
            <p:cNvPr id="602" name="Google Shape;602;p49"/>
            <p:cNvGrpSpPr/>
            <p:nvPr/>
          </p:nvGrpSpPr>
          <p:grpSpPr>
            <a:xfrm>
              <a:off x="2" y="156617"/>
              <a:ext cx="719987" cy="944360"/>
              <a:chOff x="2" y="156617"/>
              <a:chExt cx="719987" cy="944360"/>
            </a:xfrm>
          </p:grpSpPr>
          <p:pic>
            <p:nvPicPr>
              <p:cNvPr id="603" name="Google Shape;603;p49"/>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604" name="Google Shape;604;p49"/>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pic>
          <p:nvPicPr>
            <p:cNvPr id="605" name="Google Shape;605;p49"/>
            <p:cNvPicPr preferRelativeResize="0"/>
            <p:nvPr/>
          </p:nvPicPr>
          <p:blipFill>
            <a:blip r:embed="rId5">
              <a:alphaModFix/>
            </a:blip>
            <a:stretch>
              <a:fillRect/>
            </a:stretch>
          </p:blipFill>
          <p:spPr>
            <a:xfrm>
              <a:off x="8234451" y="3225800"/>
              <a:ext cx="1061951" cy="1917698"/>
            </a:xfrm>
            <a:prstGeom prst="rect">
              <a:avLst/>
            </a:prstGeom>
            <a:noFill/>
            <a:ln>
              <a:noFill/>
            </a:ln>
            <a:effectLst>
              <a:outerShdw blurRad="57150" dist="19050" dir="5400000" algn="bl" rotWithShape="0">
                <a:schemeClr val="dk1">
                  <a:alpha val="50000"/>
                </a:schemeClr>
              </a:outerShdw>
            </a:effectLst>
          </p:spPr>
        </p:pic>
      </p:grpSp>
      <p:sp>
        <p:nvSpPr>
          <p:cNvPr id="606" name="Google Shape;606;p49"/>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07"/>
        <p:cNvGrpSpPr/>
        <p:nvPr/>
      </p:nvGrpSpPr>
      <p:grpSpPr>
        <a:xfrm>
          <a:off x="0" y="0"/>
          <a:ext cx="0" cy="0"/>
          <a:chOff x="0" y="0"/>
          <a:chExt cx="0" cy="0"/>
        </a:xfrm>
      </p:grpSpPr>
      <p:pic>
        <p:nvPicPr>
          <p:cNvPr id="608" name="Google Shape;608;p50"/>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609" name="Google Shape;609;p50"/>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610" name="Google Shape;610;p50"/>
          <p:cNvSpPr txBox="1">
            <a:spLocks noGrp="1"/>
          </p:cNvSpPr>
          <p:nvPr>
            <p:ph type="subTitle" idx="1"/>
          </p:nvPr>
        </p:nvSpPr>
        <p:spPr>
          <a:xfrm>
            <a:off x="1146725" y="1700300"/>
            <a:ext cx="4294800" cy="2298300"/>
          </a:xfrm>
          <a:prstGeom prst="rect">
            <a:avLst/>
          </a:prstGeom>
        </p:spPr>
        <p:txBody>
          <a:bodyPr spcFirstLastPara="1" wrap="square" lIns="91425" tIns="91425" rIns="91425" bIns="91425" anchor="t" anchorCtr="0">
            <a:noAutofit/>
          </a:bodyPr>
          <a:lstStyle>
            <a:lvl1pPr lvl="0">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a:endParaRPr/>
          </a:p>
        </p:txBody>
      </p:sp>
      <p:sp>
        <p:nvSpPr>
          <p:cNvPr id="611" name="Google Shape;611;p50"/>
          <p:cNvSpPr/>
          <p:nvPr/>
        </p:nvSpPr>
        <p:spPr>
          <a:xfrm rot="5400000">
            <a:off x="1591200" y="3141175"/>
            <a:ext cx="8325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612" name="Google Shape;612;p50"/>
          <p:cNvGrpSpPr/>
          <p:nvPr/>
        </p:nvGrpSpPr>
        <p:grpSpPr>
          <a:xfrm>
            <a:off x="2" y="156617"/>
            <a:ext cx="1462273" cy="4821940"/>
            <a:chOff x="2" y="156617"/>
            <a:chExt cx="1462273" cy="4821940"/>
          </a:xfrm>
        </p:grpSpPr>
        <p:grpSp>
          <p:nvGrpSpPr>
            <p:cNvPr id="613" name="Google Shape;613;p50"/>
            <p:cNvGrpSpPr/>
            <p:nvPr/>
          </p:nvGrpSpPr>
          <p:grpSpPr>
            <a:xfrm>
              <a:off x="2" y="156617"/>
              <a:ext cx="719987" cy="944360"/>
              <a:chOff x="2" y="156617"/>
              <a:chExt cx="719987" cy="944360"/>
            </a:xfrm>
          </p:grpSpPr>
          <p:pic>
            <p:nvPicPr>
              <p:cNvPr id="614" name="Google Shape;614;p50"/>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615" name="Google Shape;615;p50"/>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nvGrpSpPr>
            <p:cNvPr id="616" name="Google Shape;616;p50"/>
            <p:cNvGrpSpPr/>
            <p:nvPr/>
          </p:nvGrpSpPr>
          <p:grpSpPr>
            <a:xfrm>
              <a:off x="359837" y="4401391"/>
              <a:ext cx="1102438" cy="577167"/>
              <a:chOff x="359837" y="4401391"/>
              <a:chExt cx="1102438" cy="577167"/>
            </a:xfrm>
          </p:grpSpPr>
          <p:pic>
            <p:nvPicPr>
              <p:cNvPr id="617" name="Google Shape;617;p50"/>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618" name="Google Shape;618;p50"/>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sp>
        <p:nvSpPr>
          <p:cNvPr id="619" name="Google Shape;619;p50"/>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20"/>
        <p:cNvGrpSpPr/>
        <p:nvPr/>
      </p:nvGrpSpPr>
      <p:grpSpPr>
        <a:xfrm>
          <a:off x="0" y="0"/>
          <a:ext cx="0" cy="0"/>
          <a:chOff x="0" y="0"/>
          <a:chExt cx="0" cy="0"/>
        </a:xfrm>
      </p:grpSpPr>
      <p:pic>
        <p:nvPicPr>
          <p:cNvPr id="621" name="Google Shape;621;p51"/>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622" name="Google Shape;622;p51"/>
          <p:cNvSpPr txBox="1">
            <a:spLocks noGrp="1"/>
          </p:cNvSpPr>
          <p:nvPr>
            <p:ph type="title"/>
          </p:nvPr>
        </p:nvSpPr>
        <p:spPr>
          <a:xfrm>
            <a:off x="1768550" y="1714500"/>
            <a:ext cx="5607000" cy="17145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623" name="Google Shape;623;p51"/>
          <p:cNvGrpSpPr/>
          <p:nvPr/>
        </p:nvGrpSpPr>
        <p:grpSpPr>
          <a:xfrm>
            <a:off x="-421050" y="0"/>
            <a:ext cx="10524450" cy="5564725"/>
            <a:chOff x="-421050" y="0"/>
            <a:chExt cx="10524450" cy="5564725"/>
          </a:xfrm>
        </p:grpSpPr>
        <p:sp>
          <p:nvSpPr>
            <p:cNvPr id="624" name="Google Shape;624;p51"/>
            <p:cNvSpPr/>
            <p:nvPr/>
          </p:nvSpPr>
          <p:spPr>
            <a:xfrm rot="10800000">
              <a:off x="-421050" y="0"/>
              <a:ext cx="916800" cy="2325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625" name="Google Shape;625;p51"/>
            <p:cNvSpPr/>
            <p:nvPr/>
          </p:nvSpPr>
          <p:spPr>
            <a:xfrm rot="5400000">
              <a:off x="1591200" y="3141175"/>
              <a:ext cx="8325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626" name="Google Shape;626;p51"/>
            <p:cNvSpPr/>
            <p:nvPr/>
          </p:nvSpPr>
          <p:spPr>
            <a:xfrm rot="-5400000">
              <a:off x="8206500" y="2779250"/>
              <a:ext cx="1896900" cy="1896900"/>
            </a:xfrm>
            <a:prstGeom prst="blockArc">
              <a:avLst>
                <a:gd name="adj1" fmla="val 10800000"/>
                <a:gd name="adj2" fmla="val 21539247"/>
                <a:gd name="adj3" fmla="val 17334"/>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627" name="Google Shape;627;p51"/>
          <p:cNvGrpSpPr/>
          <p:nvPr/>
        </p:nvGrpSpPr>
        <p:grpSpPr>
          <a:xfrm>
            <a:off x="-148218" y="81904"/>
            <a:ext cx="10251619" cy="5069347"/>
            <a:chOff x="-148218" y="81904"/>
            <a:chExt cx="10251619" cy="5069347"/>
          </a:xfrm>
        </p:grpSpPr>
        <p:pic>
          <p:nvPicPr>
            <p:cNvPr id="628" name="Google Shape;628;p51"/>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dist="47625" dir="5400000" algn="bl" rotWithShape="0">
                <a:schemeClr val="dk1">
                  <a:alpha val="37000"/>
                </a:schemeClr>
              </a:outerShdw>
            </a:effectLst>
          </p:spPr>
        </p:pic>
        <p:grpSp>
          <p:nvGrpSpPr>
            <p:cNvPr id="629" name="Google Shape;629;p51"/>
            <p:cNvGrpSpPr/>
            <p:nvPr/>
          </p:nvGrpSpPr>
          <p:grpSpPr>
            <a:xfrm>
              <a:off x="359837" y="4401391"/>
              <a:ext cx="1102438" cy="577167"/>
              <a:chOff x="359837" y="4401391"/>
              <a:chExt cx="1102438" cy="577167"/>
            </a:xfrm>
          </p:grpSpPr>
          <p:pic>
            <p:nvPicPr>
              <p:cNvPr id="630" name="Google Shape;630;p51"/>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631" name="Google Shape;631;p51"/>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nvGrpSpPr>
            <p:cNvPr id="632" name="Google Shape;632;p51"/>
            <p:cNvGrpSpPr/>
            <p:nvPr/>
          </p:nvGrpSpPr>
          <p:grpSpPr>
            <a:xfrm>
              <a:off x="-148218" y="81904"/>
              <a:ext cx="1188426" cy="1227668"/>
              <a:chOff x="-7843" y="83454"/>
              <a:chExt cx="1188426" cy="1227668"/>
            </a:xfrm>
          </p:grpSpPr>
          <p:pic>
            <p:nvPicPr>
              <p:cNvPr id="633" name="Google Shape;633;p51"/>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dist="19050" dir="5400000" algn="bl" rotWithShape="0">
                  <a:schemeClr val="dk1">
                    <a:alpha val="67000"/>
                  </a:schemeClr>
                </a:outerShdw>
              </a:effectLst>
            </p:spPr>
          </p:pic>
          <p:pic>
            <p:nvPicPr>
              <p:cNvPr id="634" name="Google Shape;634;p51"/>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dist="19050" dir="5400000" algn="bl" rotWithShape="0">
                  <a:schemeClr val="dk1">
                    <a:alpha val="67000"/>
                  </a:schemeClr>
                </a:outerShdw>
              </a:effectLst>
            </p:spPr>
          </p:pic>
          <p:pic>
            <p:nvPicPr>
              <p:cNvPr id="635" name="Google Shape;635;p51"/>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dist="19050" dir="5400000" algn="bl" rotWithShape="0">
                  <a:schemeClr val="dk1">
                    <a:alpha val="67000"/>
                  </a:schemeClr>
                </a:outerShdw>
              </a:effectLst>
            </p:spPr>
          </p:pic>
        </p:grpSp>
      </p:grpSp>
      <p:sp>
        <p:nvSpPr>
          <p:cNvPr id="636" name="Google Shape;636;p51"/>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37"/>
        <p:cNvGrpSpPr/>
        <p:nvPr/>
      </p:nvGrpSpPr>
      <p:grpSpPr>
        <a:xfrm>
          <a:off x="0" y="0"/>
          <a:ext cx="0" cy="0"/>
          <a:chOff x="0" y="0"/>
          <a:chExt cx="0" cy="0"/>
        </a:xfrm>
      </p:grpSpPr>
      <p:pic>
        <p:nvPicPr>
          <p:cNvPr id="638" name="Google Shape;638;p52"/>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639" name="Google Shape;639;p52"/>
          <p:cNvSpPr txBox="1">
            <a:spLocks noGrp="1"/>
          </p:cNvSpPr>
          <p:nvPr>
            <p:ph type="title"/>
          </p:nvPr>
        </p:nvSpPr>
        <p:spPr>
          <a:xfrm>
            <a:off x="2135550" y="1503088"/>
            <a:ext cx="4872900" cy="1161300"/>
          </a:xfrm>
          <a:prstGeom prst="rect">
            <a:avLst/>
          </a:prstGeom>
        </p:spPr>
        <p:txBody>
          <a:bodyPr spcFirstLastPara="1" wrap="square" lIns="91425" tIns="91425" rIns="91425" bIns="91425" anchor="b" anchorCtr="0">
            <a:noAutofit/>
          </a:bodyPr>
          <a:lstStyle>
            <a:lvl1pPr lvl="0" algn="ctr">
              <a:spcBef>
                <a:spcPts val="0"/>
              </a:spcBef>
              <a:spcAft>
                <a:spcPts val="0"/>
              </a:spcAft>
              <a:buSzPts val="6500"/>
              <a:buNone/>
              <a:defRPr sz="65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sp>
        <p:nvSpPr>
          <p:cNvPr id="640" name="Google Shape;640;p52"/>
          <p:cNvSpPr txBox="1">
            <a:spLocks noGrp="1"/>
          </p:cNvSpPr>
          <p:nvPr>
            <p:ph type="subTitle" idx="1"/>
          </p:nvPr>
        </p:nvSpPr>
        <p:spPr>
          <a:xfrm>
            <a:off x="2135550" y="2664513"/>
            <a:ext cx="4872900" cy="6711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641" name="Google Shape;641;p52"/>
          <p:cNvGrpSpPr/>
          <p:nvPr/>
        </p:nvGrpSpPr>
        <p:grpSpPr>
          <a:xfrm>
            <a:off x="0" y="-859375"/>
            <a:ext cx="9504775" cy="6608225"/>
            <a:chOff x="0" y="-859375"/>
            <a:chExt cx="9504775" cy="6608225"/>
          </a:xfrm>
        </p:grpSpPr>
        <p:grpSp>
          <p:nvGrpSpPr>
            <p:cNvPr id="642" name="Google Shape;642;p52"/>
            <p:cNvGrpSpPr/>
            <p:nvPr/>
          </p:nvGrpSpPr>
          <p:grpSpPr>
            <a:xfrm flipH="1">
              <a:off x="5129400" y="4543750"/>
              <a:ext cx="4014600" cy="1205100"/>
              <a:chOff x="150" y="4543750"/>
              <a:chExt cx="4014600" cy="1205100"/>
            </a:xfrm>
          </p:grpSpPr>
          <p:sp>
            <p:nvSpPr>
              <p:cNvPr id="643" name="Google Shape;643;p52"/>
              <p:cNvSpPr/>
              <p:nvPr/>
            </p:nvSpPr>
            <p:spPr>
              <a:xfrm rot="5400000">
                <a:off x="1592700" y="3139675"/>
                <a:ext cx="8295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644" name="Google Shape;644;p52"/>
              <p:cNvSpPr/>
              <p:nvPr/>
            </p:nvSpPr>
            <p:spPr>
              <a:xfrm>
                <a:off x="2421475" y="4543750"/>
                <a:ext cx="1205100" cy="1205100"/>
              </a:xfrm>
              <a:prstGeom prst="blockArc">
                <a:avLst>
                  <a:gd name="adj1" fmla="val 10800000"/>
                  <a:gd name="adj2" fmla="val 93824"/>
                  <a:gd name="adj3" fmla="val 19896"/>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645" name="Google Shape;645;p52"/>
            <p:cNvSpPr/>
            <p:nvPr/>
          </p:nvSpPr>
          <p:spPr>
            <a:xfrm rot="10800000" flipH="1">
              <a:off x="8793175" y="-30500"/>
              <a:ext cx="711600" cy="2325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646" name="Google Shape;646;p52"/>
            <p:cNvGrpSpPr/>
            <p:nvPr/>
          </p:nvGrpSpPr>
          <p:grpSpPr>
            <a:xfrm flipH="1">
              <a:off x="0" y="-859375"/>
              <a:ext cx="2489300" cy="1740000"/>
              <a:chOff x="6148925" y="-872075"/>
              <a:chExt cx="2489300" cy="1740000"/>
            </a:xfrm>
          </p:grpSpPr>
          <p:sp>
            <p:nvSpPr>
              <p:cNvPr id="647" name="Google Shape;647;p52"/>
              <p:cNvSpPr/>
              <p:nvPr/>
            </p:nvSpPr>
            <p:spPr>
              <a:xfrm>
                <a:off x="6898225" y="-872075"/>
                <a:ext cx="1740000" cy="1740000"/>
              </a:xfrm>
              <a:prstGeom prst="pie">
                <a:avLst>
                  <a:gd name="adj1" fmla="val 0"/>
                  <a:gd name="adj2" fmla="val 1080014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648" name="Google Shape;648;p52"/>
              <p:cNvSpPr/>
              <p:nvPr/>
            </p:nvSpPr>
            <p:spPr>
              <a:xfrm rot="10800000">
                <a:off x="6148925" y="-604625"/>
                <a:ext cx="1205100" cy="1205100"/>
              </a:xfrm>
              <a:prstGeom prst="blockArc">
                <a:avLst>
                  <a:gd name="adj1" fmla="val 10800000"/>
                  <a:gd name="adj2" fmla="val 108721"/>
                  <a:gd name="adj3" fmla="val 22117"/>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grpSp>
        <p:nvGrpSpPr>
          <p:cNvPr id="649" name="Google Shape;649;p52"/>
          <p:cNvGrpSpPr/>
          <p:nvPr/>
        </p:nvGrpSpPr>
        <p:grpSpPr>
          <a:xfrm>
            <a:off x="-736999" y="-445900"/>
            <a:ext cx="10033401" cy="5589398"/>
            <a:chOff x="-736999" y="-445900"/>
            <a:chExt cx="10033401" cy="5589398"/>
          </a:xfrm>
        </p:grpSpPr>
        <p:pic>
          <p:nvPicPr>
            <p:cNvPr id="650" name="Google Shape;650;p52"/>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dist="19050" dir="5400000" algn="bl" rotWithShape="0">
                <a:schemeClr val="dk1">
                  <a:alpha val="50000"/>
                </a:schemeClr>
              </a:outerShdw>
            </a:effectLst>
          </p:spPr>
        </p:pic>
        <p:pic>
          <p:nvPicPr>
            <p:cNvPr id="651" name="Google Shape;651;p52"/>
            <p:cNvPicPr preferRelativeResize="0"/>
            <p:nvPr/>
          </p:nvPicPr>
          <p:blipFill>
            <a:blip r:embed="rId4">
              <a:alphaModFix/>
            </a:blip>
            <a:stretch>
              <a:fillRect/>
            </a:stretch>
          </p:blipFill>
          <p:spPr>
            <a:xfrm>
              <a:off x="8234451" y="3225800"/>
              <a:ext cx="1061951" cy="1917698"/>
            </a:xfrm>
            <a:prstGeom prst="rect">
              <a:avLst/>
            </a:prstGeom>
            <a:noFill/>
            <a:ln>
              <a:noFill/>
            </a:ln>
            <a:effectLst>
              <a:outerShdw blurRad="57150" dist="19050" dir="5400000" algn="bl" rotWithShape="0">
                <a:schemeClr val="dk1">
                  <a:alpha val="50000"/>
                </a:schemeClr>
              </a:outerShdw>
            </a:effectLst>
          </p:spPr>
        </p:pic>
      </p:grpSp>
      <p:sp>
        <p:nvSpPr>
          <p:cNvPr id="652" name="Google Shape;652;p52"/>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53"/>
        <p:cNvGrpSpPr/>
        <p:nvPr/>
      </p:nvGrpSpPr>
      <p:grpSpPr>
        <a:xfrm>
          <a:off x="0" y="0"/>
          <a:ext cx="0" cy="0"/>
          <a:chOff x="0" y="0"/>
          <a:chExt cx="0" cy="0"/>
        </a:xfrm>
      </p:grpSpPr>
      <p:sp>
        <p:nvSpPr>
          <p:cNvPr id="654" name="Google Shape;654;p53"/>
          <p:cNvSpPr>
            <a:spLocks noGrp="1"/>
          </p:cNvSpPr>
          <p:nvPr>
            <p:ph type="pic" idx="2"/>
          </p:nvPr>
        </p:nvSpPr>
        <p:spPr>
          <a:xfrm>
            <a:off x="-25" y="-13725"/>
            <a:ext cx="9144000" cy="5157300"/>
          </a:xfrm>
          <a:prstGeom prst="rect">
            <a:avLst/>
          </a:prstGeom>
          <a:noFill/>
          <a:ln>
            <a:noFill/>
          </a:ln>
        </p:spPr>
      </p:sp>
      <p:sp>
        <p:nvSpPr>
          <p:cNvPr id="655" name="Google Shape;655;p53"/>
          <p:cNvSpPr txBox="1">
            <a:spLocks noGrp="1"/>
          </p:cNvSpPr>
          <p:nvPr>
            <p:ph type="title"/>
          </p:nvPr>
        </p:nvSpPr>
        <p:spPr>
          <a:xfrm>
            <a:off x="720000" y="4076700"/>
            <a:ext cx="7704000" cy="464400"/>
          </a:xfrm>
          <a:prstGeom prst="rect">
            <a:avLst/>
          </a:prstGeom>
          <a:solidFill>
            <a:schemeClr val="dk2"/>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a:spcBef>
                <a:spcPts val="0"/>
              </a:spcBef>
              <a:spcAft>
                <a:spcPts val="0"/>
              </a:spcAft>
              <a:buSzPts val="2500"/>
              <a:buNone/>
              <a:defRPr sz="24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sp>
        <p:nvSpPr>
          <p:cNvPr id="656" name="Google Shape;656;p53"/>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57"/>
        <p:cNvGrpSpPr/>
        <p:nvPr/>
      </p:nvGrpSpPr>
      <p:grpSpPr>
        <a:xfrm>
          <a:off x="0" y="0"/>
          <a:ext cx="0" cy="0"/>
          <a:chOff x="0" y="0"/>
          <a:chExt cx="0" cy="0"/>
        </a:xfrm>
      </p:grpSpPr>
      <p:pic>
        <p:nvPicPr>
          <p:cNvPr id="658" name="Google Shape;658;p54"/>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659" name="Google Shape;659;p54"/>
          <p:cNvSpPr txBox="1">
            <a:spLocks noGrp="1"/>
          </p:cNvSpPr>
          <p:nvPr>
            <p:ph type="title" hasCustomPrompt="1"/>
          </p:nvPr>
        </p:nvSpPr>
        <p:spPr>
          <a:xfrm>
            <a:off x="1284000" y="1814900"/>
            <a:ext cx="6576000" cy="10815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60" name="Google Shape;660;p54"/>
          <p:cNvSpPr txBox="1">
            <a:spLocks noGrp="1"/>
          </p:cNvSpPr>
          <p:nvPr>
            <p:ph type="subTitle" idx="1"/>
          </p:nvPr>
        </p:nvSpPr>
        <p:spPr>
          <a:xfrm>
            <a:off x="1284000" y="2896600"/>
            <a:ext cx="6576000" cy="432000"/>
          </a:xfrm>
          <a:prstGeom prst="rect">
            <a:avLst/>
          </a:prstGeom>
        </p:spPr>
        <p:txBody>
          <a:bodyPr spcFirstLastPara="1" wrap="square" lIns="91425" tIns="91425" rIns="91425" bIns="91425" anchor="t" anchorCtr="0">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a:endParaRPr/>
          </a:p>
        </p:txBody>
      </p:sp>
      <p:grpSp>
        <p:nvGrpSpPr>
          <p:cNvPr id="661" name="Google Shape;661;p54"/>
          <p:cNvGrpSpPr/>
          <p:nvPr/>
        </p:nvGrpSpPr>
        <p:grpSpPr>
          <a:xfrm>
            <a:off x="-601700" y="-872075"/>
            <a:ext cx="10705100" cy="5548225"/>
            <a:chOff x="-601700" y="-872075"/>
            <a:chExt cx="10705100" cy="5548225"/>
          </a:xfrm>
        </p:grpSpPr>
        <p:sp>
          <p:nvSpPr>
            <p:cNvPr id="662" name="Google Shape;662;p54"/>
            <p:cNvSpPr/>
            <p:nvPr/>
          </p:nvSpPr>
          <p:spPr>
            <a:xfrm rot="-5400000">
              <a:off x="8206500" y="2779250"/>
              <a:ext cx="1896900" cy="1896900"/>
            </a:xfrm>
            <a:prstGeom prst="blockArc">
              <a:avLst>
                <a:gd name="adj1" fmla="val 10800000"/>
                <a:gd name="adj2" fmla="val 21596677"/>
                <a:gd name="adj3" fmla="val 11819"/>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663" name="Google Shape;663;p54"/>
            <p:cNvGrpSpPr/>
            <p:nvPr/>
          </p:nvGrpSpPr>
          <p:grpSpPr>
            <a:xfrm rot="5400000">
              <a:off x="-2006450" y="1404750"/>
              <a:ext cx="4014600" cy="1205100"/>
              <a:chOff x="150" y="4543750"/>
              <a:chExt cx="4014600" cy="1205100"/>
            </a:xfrm>
          </p:grpSpPr>
          <p:sp>
            <p:nvSpPr>
              <p:cNvPr id="664" name="Google Shape;664;p54"/>
              <p:cNvSpPr/>
              <p:nvPr/>
            </p:nvSpPr>
            <p:spPr>
              <a:xfrm rot="5400000">
                <a:off x="1622250" y="3110125"/>
                <a:ext cx="7704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665" name="Google Shape;665;p54"/>
              <p:cNvSpPr/>
              <p:nvPr/>
            </p:nvSpPr>
            <p:spPr>
              <a:xfrm>
                <a:off x="262475" y="4543750"/>
                <a:ext cx="1205100" cy="1205100"/>
              </a:xfrm>
              <a:prstGeom prst="blockArc">
                <a:avLst>
                  <a:gd name="adj1" fmla="val 10800000"/>
                  <a:gd name="adj2" fmla="val 93824"/>
                  <a:gd name="adj3" fmla="val 19896"/>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666" name="Google Shape;666;p54"/>
            <p:cNvGrpSpPr/>
            <p:nvPr/>
          </p:nvGrpSpPr>
          <p:grpSpPr>
            <a:xfrm>
              <a:off x="6148925" y="-872075"/>
              <a:ext cx="2489300" cy="1740000"/>
              <a:chOff x="6148925" y="-872075"/>
              <a:chExt cx="2489300" cy="1740000"/>
            </a:xfrm>
          </p:grpSpPr>
          <p:sp>
            <p:nvSpPr>
              <p:cNvPr id="667" name="Google Shape;667;p54"/>
              <p:cNvSpPr/>
              <p:nvPr/>
            </p:nvSpPr>
            <p:spPr>
              <a:xfrm>
                <a:off x="6898225" y="-872075"/>
                <a:ext cx="1740000" cy="1740000"/>
              </a:xfrm>
              <a:prstGeom prst="pie">
                <a:avLst>
                  <a:gd name="adj1" fmla="val 0"/>
                  <a:gd name="adj2" fmla="val 1080014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668" name="Google Shape;668;p54"/>
              <p:cNvSpPr/>
              <p:nvPr/>
            </p:nvSpPr>
            <p:spPr>
              <a:xfrm rot="10800000">
                <a:off x="6148925" y="-604625"/>
                <a:ext cx="1205100" cy="1205100"/>
              </a:xfrm>
              <a:prstGeom prst="blockArc">
                <a:avLst>
                  <a:gd name="adj1" fmla="val 10800000"/>
                  <a:gd name="adj2" fmla="val 108721"/>
                  <a:gd name="adj3" fmla="val 22117"/>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grpSp>
        <p:nvGrpSpPr>
          <p:cNvPr id="669" name="Google Shape;669;p54"/>
          <p:cNvGrpSpPr/>
          <p:nvPr/>
        </p:nvGrpSpPr>
        <p:grpSpPr>
          <a:xfrm>
            <a:off x="-100888" y="2838714"/>
            <a:ext cx="9155766" cy="2341969"/>
            <a:chOff x="-100888" y="2838714"/>
            <a:chExt cx="9155766" cy="2341969"/>
          </a:xfrm>
        </p:grpSpPr>
        <p:grpSp>
          <p:nvGrpSpPr>
            <p:cNvPr id="670" name="Google Shape;670;p54"/>
            <p:cNvGrpSpPr/>
            <p:nvPr/>
          </p:nvGrpSpPr>
          <p:grpSpPr>
            <a:xfrm>
              <a:off x="8206512" y="4230524"/>
              <a:ext cx="848365" cy="950159"/>
              <a:chOff x="41662" y="277999"/>
              <a:chExt cx="848365" cy="950159"/>
            </a:xfrm>
          </p:grpSpPr>
          <p:pic>
            <p:nvPicPr>
              <p:cNvPr id="671" name="Google Shape;671;p54"/>
              <p:cNvPicPr preferRelativeResize="0"/>
              <p:nvPr/>
            </p:nvPicPr>
            <p:blipFill>
              <a:blip r:embed="rId3">
                <a:alphaModFix/>
              </a:blip>
              <a:stretch>
                <a:fillRect/>
              </a:stretch>
            </p:blipFill>
            <p:spPr>
              <a:xfrm rot="-1083129" flipH="1">
                <a:off x="101303" y="652430"/>
                <a:ext cx="646323" cy="487587"/>
              </a:xfrm>
              <a:prstGeom prst="rect">
                <a:avLst/>
              </a:prstGeom>
              <a:noFill/>
              <a:ln>
                <a:noFill/>
              </a:ln>
              <a:effectLst>
                <a:outerShdw blurRad="57150" dist="19050" dir="5400000" algn="bl" rotWithShape="0">
                  <a:schemeClr val="dk1">
                    <a:alpha val="50000"/>
                  </a:schemeClr>
                </a:outerShdw>
              </a:effectLst>
            </p:spPr>
          </p:pic>
          <p:pic>
            <p:nvPicPr>
              <p:cNvPr id="672" name="Google Shape;672;p54"/>
              <p:cNvPicPr preferRelativeResize="0"/>
              <p:nvPr/>
            </p:nvPicPr>
            <p:blipFill>
              <a:blip r:embed="rId3">
                <a:alphaModFix/>
              </a:blip>
              <a:stretch>
                <a:fillRect/>
              </a:stretch>
            </p:blipFill>
            <p:spPr>
              <a:xfrm rot="-5826171" flipH="1">
                <a:off x="570466" y="412512"/>
                <a:ext cx="341359" cy="257531"/>
              </a:xfrm>
              <a:prstGeom prst="rect">
                <a:avLst/>
              </a:prstGeom>
              <a:noFill/>
              <a:ln>
                <a:noFill/>
              </a:ln>
              <a:effectLst>
                <a:outerShdw blurRad="57150" dist="19050" dir="5400000" algn="bl" rotWithShape="0">
                  <a:schemeClr val="dk1">
                    <a:alpha val="50000"/>
                  </a:schemeClr>
                </a:outerShdw>
              </a:effectLst>
            </p:spPr>
          </p:pic>
          <p:pic>
            <p:nvPicPr>
              <p:cNvPr id="673" name="Google Shape;673;p54"/>
              <p:cNvPicPr preferRelativeResize="0"/>
              <p:nvPr/>
            </p:nvPicPr>
            <p:blipFill>
              <a:blip r:embed="rId4">
                <a:alphaModFix/>
              </a:blip>
              <a:stretch>
                <a:fillRect/>
              </a:stretch>
            </p:blipFill>
            <p:spPr>
              <a:xfrm rot="-8300824" flipH="1">
                <a:off x="200914" y="402080"/>
                <a:ext cx="447091" cy="193739"/>
              </a:xfrm>
              <a:prstGeom prst="rect">
                <a:avLst/>
              </a:prstGeom>
              <a:noFill/>
              <a:ln>
                <a:noFill/>
              </a:ln>
              <a:effectLst>
                <a:outerShdw blurRad="57150" dist="19050" dir="5400000" algn="bl" rotWithShape="0">
                  <a:schemeClr val="dk1">
                    <a:alpha val="50000"/>
                  </a:schemeClr>
                </a:outerShdw>
              </a:effectLst>
            </p:spPr>
          </p:pic>
        </p:grpSp>
        <p:pic>
          <p:nvPicPr>
            <p:cNvPr id="674" name="Google Shape;674;p54"/>
            <p:cNvPicPr preferRelativeResize="0"/>
            <p:nvPr/>
          </p:nvPicPr>
          <p:blipFill>
            <a:blip r:embed="rId5">
              <a:alphaModFix/>
            </a:blip>
            <a:stretch>
              <a:fillRect/>
            </a:stretch>
          </p:blipFill>
          <p:spPr>
            <a:xfrm>
              <a:off x="-100888" y="2838714"/>
              <a:ext cx="1292850" cy="2334673"/>
            </a:xfrm>
            <a:prstGeom prst="rect">
              <a:avLst/>
            </a:prstGeom>
            <a:noFill/>
            <a:ln>
              <a:noFill/>
            </a:ln>
            <a:effectLst>
              <a:outerShdw blurRad="57150" dist="19050" dir="5400000" algn="bl" rotWithShape="0">
                <a:schemeClr val="dk1">
                  <a:alpha val="50000"/>
                </a:schemeClr>
              </a:outerShdw>
            </a:effectLst>
          </p:spPr>
        </p:pic>
      </p:grpSp>
      <p:sp>
        <p:nvSpPr>
          <p:cNvPr id="675" name="Google Shape;675;p54"/>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676"/>
        <p:cNvGrpSpPr/>
        <p:nvPr/>
      </p:nvGrpSpPr>
      <p:grpSpPr>
        <a:xfrm>
          <a:off x="0" y="0"/>
          <a:ext cx="0" cy="0"/>
          <a:chOff x="0" y="0"/>
          <a:chExt cx="0" cy="0"/>
        </a:xfrm>
      </p:grpSpPr>
      <p:sp>
        <p:nvSpPr>
          <p:cNvPr id="677" name="Google Shape;677;p55"/>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678"/>
        <p:cNvGrpSpPr/>
        <p:nvPr/>
      </p:nvGrpSpPr>
      <p:grpSpPr>
        <a:xfrm>
          <a:off x="0" y="0"/>
          <a:ext cx="0" cy="0"/>
          <a:chOff x="0" y="0"/>
          <a:chExt cx="0" cy="0"/>
        </a:xfrm>
      </p:grpSpPr>
      <p:pic>
        <p:nvPicPr>
          <p:cNvPr id="679" name="Google Shape;679;p56"/>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680" name="Google Shape;680;p56"/>
          <p:cNvGrpSpPr/>
          <p:nvPr/>
        </p:nvGrpSpPr>
        <p:grpSpPr>
          <a:xfrm>
            <a:off x="7033266" y="-738725"/>
            <a:ext cx="2110732" cy="1475400"/>
            <a:chOff x="7033266" y="-738725"/>
            <a:chExt cx="2110732" cy="1475400"/>
          </a:xfrm>
        </p:grpSpPr>
        <p:sp>
          <p:nvSpPr>
            <p:cNvPr id="681" name="Google Shape;681;p56"/>
            <p:cNvSpPr/>
            <p:nvPr/>
          </p:nvSpPr>
          <p:spPr>
            <a:xfrm>
              <a:off x="7668598" y="-738725"/>
              <a:ext cx="1475400" cy="1475400"/>
            </a:xfrm>
            <a:prstGeom prst="pie">
              <a:avLst>
                <a:gd name="adj1" fmla="val 0"/>
                <a:gd name="adj2" fmla="val 1080014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682" name="Google Shape;682;p56"/>
            <p:cNvSpPr/>
            <p:nvPr/>
          </p:nvSpPr>
          <p:spPr>
            <a:xfrm rot="10800000">
              <a:off x="7033266" y="-511968"/>
              <a:ext cx="1021800" cy="1021800"/>
            </a:xfrm>
            <a:prstGeom prst="blockArc">
              <a:avLst>
                <a:gd name="adj1" fmla="val 10800000"/>
                <a:gd name="adj2" fmla="val 108721"/>
                <a:gd name="adj3" fmla="val 22117"/>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683" name="Google Shape;683;p5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684" name="Google Shape;684;p56"/>
          <p:cNvSpPr txBox="1">
            <a:spLocks noGrp="1"/>
          </p:cNvSpPr>
          <p:nvPr>
            <p:ph type="subTitle" idx="1"/>
          </p:nvPr>
        </p:nvSpPr>
        <p:spPr>
          <a:xfrm>
            <a:off x="4320125" y="1332025"/>
            <a:ext cx="4110600" cy="447600"/>
          </a:xfrm>
          <a:prstGeom prst="rect">
            <a:avLst/>
          </a:prstGeom>
        </p:spPr>
        <p:txBody>
          <a:bodyPr spcFirstLastPara="1" wrap="square" lIns="91425" tIns="91425" rIns="91425" bIns="91425" anchor="ctr" anchorCtr="0">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685" name="Google Shape;685;p56"/>
          <p:cNvSpPr txBox="1">
            <a:spLocks noGrp="1"/>
          </p:cNvSpPr>
          <p:nvPr>
            <p:ph type="title" idx="2" hasCustomPrompt="1"/>
          </p:nvPr>
        </p:nvSpPr>
        <p:spPr>
          <a:xfrm>
            <a:off x="777150" y="1332025"/>
            <a:ext cx="869700" cy="447600"/>
          </a:xfrm>
          <a:prstGeom prst="rect">
            <a:avLst/>
          </a:prstGeom>
          <a:solidFill>
            <a:schemeClr val="dk2"/>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686" name="Google Shape;686;p56"/>
          <p:cNvSpPr txBox="1">
            <a:spLocks noGrp="1"/>
          </p:cNvSpPr>
          <p:nvPr>
            <p:ph type="subTitle" idx="3"/>
          </p:nvPr>
        </p:nvSpPr>
        <p:spPr>
          <a:xfrm>
            <a:off x="1751501" y="1332025"/>
            <a:ext cx="2465400" cy="4476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2000"/>
              <a:buFont typeface="Unbounded"/>
              <a:buNone/>
              <a:defRPr sz="2000" b="1">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sz="2400" b="1">
                <a:latin typeface="Unbounded"/>
                <a:ea typeface="Unbounded"/>
                <a:cs typeface="Unbounded"/>
                <a:sym typeface="Unbounded"/>
              </a:defRPr>
            </a:lvl2pPr>
            <a:lvl3pPr lvl="2">
              <a:lnSpc>
                <a:spcPct val="100000"/>
              </a:lnSpc>
              <a:spcBef>
                <a:spcPts val="0"/>
              </a:spcBef>
              <a:spcAft>
                <a:spcPts val="0"/>
              </a:spcAft>
              <a:buSzPts val="2400"/>
              <a:buFont typeface="Unbounded"/>
              <a:buNone/>
              <a:defRPr sz="2400" b="1">
                <a:latin typeface="Unbounded"/>
                <a:ea typeface="Unbounded"/>
                <a:cs typeface="Unbounded"/>
                <a:sym typeface="Unbounded"/>
              </a:defRPr>
            </a:lvl3pPr>
            <a:lvl4pPr lvl="3">
              <a:lnSpc>
                <a:spcPct val="100000"/>
              </a:lnSpc>
              <a:spcBef>
                <a:spcPts val="0"/>
              </a:spcBef>
              <a:spcAft>
                <a:spcPts val="0"/>
              </a:spcAft>
              <a:buSzPts val="2400"/>
              <a:buFont typeface="Unbounded"/>
              <a:buNone/>
              <a:defRPr sz="2400" b="1">
                <a:latin typeface="Unbounded"/>
                <a:ea typeface="Unbounded"/>
                <a:cs typeface="Unbounded"/>
                <a:sym typeface="Unbounded"/>
              </a:defRPr>
            </a:lvl4pPr>
            <a:lvl5pPr lvl="4">
              <a:lnSpc>
                <a:spcPct val="100000"/>
              </a:lnSpc>
              <a:spcBef>
                <a:spcPts val="0"/>
              </a:spcBef>
              <a:spcAft>
                <a:spcPts val="0"/>
              </a:spcAft>
              <a:buSzPts val="2400"/>
              <a:buFont typeface="Unbounded"/>
              <a:buNone/>
              <a:defRPr sz="2400" b="1">
                <a:latin typeface="Unbounded"/>
                <a:ea typeface="Unbounded"/>
                <a:cs typeface="Unbounded"/>
                <a:sym typeface="Unbounded"/>
              </a:defRPr>
            </a:lvl5pPr>
            <a:lvl6pPr lvl="5">
              <a:lnSpc>
                <a:spcPct val="100000"/>
              </a:lnSpc>
              <a:spcBef>
                <a:spcPts val="0"/>
              </a:spcBef>
              <a:spcAft>
                <a:spcPts val="0"/>
              </a:spcAft>
              <a:buSzPts val="2400"/>
              <a:buFont typeface="Unbounded"/>
              <a:buNone/>
              <a:defRPr sz="2400" b="1">
                <a:latin typeface="Unbounded"/>
                <a:ea typeface="Unbounded"/>
                <a:cs typeface="Unbounded"/>
                <a:sym typeface="Unbounded"/>
              </a:defRPr>
            </a:lvl6pPr>
            <a:lvl7pPr lvl="6">
              <a:lnSpc>
                <a:spcPct val="100000"/>
              </a:lnSpc>
              <a:spcBef>
                <a:spcPts val="0"/>
              </a:spcBef>
              <a:spcAft>
                <a:spcPts val="0"/>
              </a:spcAft>
              <a:buSzPts val="2400"/>
              <a:buFont typeface="Unbounded"/>
              <a:buNone/>
              <a:defRPr sz="2400" b="1">
                <a:latin typeface="Unbounded"/>
                <a:ea typeface="Unbounded"/>
                <a:cs typeface="Unbounded"/>
                <a:sym typeface="Unbounded"/>
              </a:defRPr>
            </a:lvl7pPr>
            <a:lvl8pPr lvl="7">
              <a:lnSpc>
                <a:spcPct val="100000"/>
              </a:lnSpc>
              <a:spcBef>
                <a:spcPts val="0"/>
              </a:spcBef>
              <a:spcAft>
                <a:spcPts val="0"/>
              </a:spcAft>
              <a:buSzPts val="2400"/>
              <a:buFont typeface="Unbounded"/>
              <a:buNone/>
              <a:defRPr sz="2400" b="1">
                <a:latin typeface="Unbounded"/>
                <a:ea typeface="Unbounded"/>
                <a:cs typeface="Unbounded"/>
                <a:sym typeface="Unbounded"/>
              </a:defRPr>
            </a:lvl8pPr>
            <a:lvl9pPr lvl="8">
              <a:lnSpc>
                <a:spcPct val="100000"/>
              </a:lnSpc>
              <a:spcBef>
                <a:spcPts val="0"/>
              </a:spcBef>
              <a:spcAft>
                <a:spcPts val="0"/>
              </a:spcAft>
              <a:buSzPts val="2400"/>
              <a:buFont typeface="Unbounded"/>
              <a:buNone/>
              <a:defRPr sz="2400" b="1">
                <a:latin typeface="Unbounded"/>
                <a:ea typeface="Unbounded"/>
                <a:cs typeface="Unbounded"/>
                <a:sym typeface="Unbounded"/>
              </a:defRPr>
            </a:lvl9pPr>
          </a:lstStyle>
          <a:p>
            <a:endParaRPr/>
          </a:p>
        </p:txBody>
      </p:sp>
      <p:sp>
        <p:nvSpPr>
          <p:cNvPr id="687" name="Google Shape;687;p56"/>
          <p:cNvSpPr txBox="1">
            <a:spLocks noGrp="1"/>
          </p:cNvSpPr>
          <p:nvPr>
            <p:ph type="subTitle" idx="4"/>
          </p:nvPr>
        </p:nvSpPr>
        <p:spPr>
          <a:xfrm>
            <a:off x="4320125" y="2214675"/>
            <a:ext cx="4110600" cy="447600"/>
          </a:xfrm>
          <a:prstGeom prst="rect">
            <a:avLst/>
          </a:prstGeom>
        </p:spPr>
        <p:txBody>
          <a:bodyPr spcFirstLastPara="1" wrap="square" lIns="91425" tIns="91425" rIns="91425" bIns="91425" anchor="ctr" anchorCtr="0">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688" name="Google Shape;688;p56"/>
          <p:cNvSpPr txBox="1">
            <a:spLocks noGrp="1"/>
          </p:cNvSpPr>
          <p:nvPr>
            <p:ph type="title" idx="5" hasCustomPrompt="1"/>
          </p:nvPr>
        </p:nvSpPr>
        <p:spPr>
          <a:xfrm>
            <a:off x="777150" y="2214675"/>
            <a:ext cx="869700" cy="447600"/>
          </a:xfrm>
          <a:prstGeom prst="rect">
            <a:avLst/>
          </a:prstGeom>
          <a:solidFill>
            <a:schemeClr val="dk2"/>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689" name="Google Shape;689;p56"/>
          <p:cNvSpPr txBox="1">
            <a:spLocks noGrp="1"/>
          </p:cNvSpPr>
          <p:nvPr>
            <p:ph type="subTitle" idx="6"/>
          </p:nvPr>
        </p:nvSpPr>
        <p:spPr>
          <a:xfrm>
            <a:off x="1751501" y="2214675"/>
            <a:ext cx="2465400" cy="4476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2000"/>
              <a:buFont typeface="Unbounded"/>
              <a:buNone/>
              <a:defRPr sz="2000" b="1">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sz="2400" b="1">
                <a:latin typeface="Unbounded"/>
                <a:ea typeface="Unbounded"/>
                <a:cs typeface="Unbounded"/>
                <a:sym typeface="Unbounded"/>
              </a:defRPr>
            </a:lvl2pPr>
            <a:lvl3pPr lvl="2">
              <a:lnSpc>
                <a:spcPct val="100000"/>
              </a:lnSpc>
              <a:spcBef>
                <a:spcPts val="0"/>
              </a:spcBef>
              <a:spcAft>
                <a:spcPts val="0"/>
              </a:spcAft>
              <a:buSzPts val="2400"/>
              <a:buFont typeface="Unbounded"/>
              <a:buNone/>
              <a:defRPr sz="2400" b="1">
                <a:latin typeface="Unbounded"/>
                <a:ea typeface="Unbounded"/>
                <a:cs typeface="Unbounded"/>
                <a:sym typeface="Unbounded"/>
              </a:defRPr>
            </a:lvl3pPr>
            <a:lvl4pPr lvl="3">
              <a:lnSpc>
                <a:spcPct val="100000"/>
              </a:lnSpc>
              <a:spcBef>
                <a:spcPts val="0"/>
              </a:spcBef>
              <a:spcAft>
                <a:spcPts val="0"/>
              </a:spcAft>
              <a:buSzPts val="2400"/>
              <a:buFont typeface="Unbounded"/>
              <a:buNone/>
              <a:defRPr sz="2400" b="1">
                <a:latin typeface="Unbounded"/>
                <a:ea typeface="Unbounded"/>
                <a:cs typeface="Unbounded"/>
                <a:sym typeface="Unbounded"/>
              </a:defRPr>
            </a:lvl4pPr>
            <a:lvl5pPr lvl="4">
              <a:lnSpc>
                <a:spcPct val="100000"/>
              </a:lnSpc>
              <a:spcBef>
                <a:spcPts val="0"/>
              </a:spcBef>
              <a:spcAft>
                <a:spcPts val="0"/>
              </a:spcAft>
              <a:buSzPts val="2400"/>
              <a:buFont typeface="Unbounded"/>
              <a:buNone/>
              <a:defRPr sz="2400" b="1">
                <a:latin typeface="Unbounded"/>
                <a:ea typeface="Unbounded"/>
                <a:cs typeface="Unbounded"/>
                <a:sym typeface="Unbounded"/>
              </a:defRPr>
            </a:lvl5pPr>
            <a:lvl6pPr lvl="5">
              <a:lnSpc>
                <a:spcPct val="100000"/>
              </a:lnSpc>
              <a:spcBef>
                <a:spcPts val="0"/>
              </a:spcBef>
              <a:spcAft>
                <a:spcPts val="0"/>
              </a:spcAft>
              <a:buSzPts val="2400"/>
              <a:buFont typeface="Unbounded"/>
              <a:buNone/>
              <a:defRPr sz="2400" b="1">
                <a:latin typeface="Unbounded"/>
                <a:ea typeface="Unbounded"/>
                <a:cs typeface="Unbounded"/>
                <a:sym typeface="Unbounded"/>
              </a:defRPr>
            </a:lvl6pPr>
            <a:lvl7pPr lvl="6">
              <a:lnSpc>
                <a:spcPct val="100000"/>
              </a:lnSpc>
              <a:spcBef>
                <a:spcPts val="0"/>
              </a:spcBef>
              <a:spcAft>
                <a:spcPts val="0"/>
              </a:spcAft>
              <a:buSzPts val="2400"/>
              <a:buFont typeface="Unbounded"/>
              <a:buNone/>
              <a:defRPr sz="2400" b="1">
                <a:latin typeface="Unbounded"/>
                <a:ea typeface="Unbounded"/>
                <a:cs typeface="Unbounded"/>
                <a:sym typeface="Unbounded"/>
              </a:defRPr>
            </a:lvl7pPr>
            <a:lvl8pPr lvl="7">
              <a:lnSpc>
                <a:spcPct val="100000"/>
              </a:lnSpc>
              <a:spcBef>
                <a:spcPts val="0"/>
              </a:spcBef>
              <a:spcAft>
                <a:spcPts val="0"/>
              </a:spcAft>
              <a:buSzPts val="2400"/>
              <a:buFont typeface="Unbounded"/>
              <a:buNone/>
              <a:defRPr sz="2400" b="1">
                <a:latin typeface="Unbounded"/>
                <a:ea typeface="Unbounded"/>
                <a:cs typeface="Unbounded"/>
                <a:sym typeface="Unbounded"/>
              </a:defRPr>
            </a:lvl8pPr>
            <a:lvl9pPr lvl="8">
              <a:lnSpc>
                <a:spcPct val="100000"/>
              </a:lnSpc>
              <a:spcBef>
                <a:spcPts val="0"/>
              </a:spcBef>
              <a:spcAft>
                <a:spcPts val="0"/>
              </a:spcAft>
              <a:buSzPts val="2400"/>
              <a:buFont typeface="Unbounded"/>
              <a:buNone/>
              <a:defRPr sz="2400" b="1">
                <a:latin typeface="Unbounded"/>
                <a:ea typeface="Unbounded"/>
                <a:cs typeface="Unbounded"/>
                <a:sym typeface="Unbounded"/>
              </a:defRPr>
            </a:lvl9pPr>
          </a:lstStyle>
          <a:p>
            <a:endParaRPr/>
          </a:p>
        </p:txBody>
      </p:sp>
      <p:sp>
        <p:nvSpPr>
          <p:cNvPr id="690" name="Google Shape;690;p56"/>
          <p:cNvSpPr txBox="1">
            <a:spLocks noGrp="1"/>
          </p:cNvSpPr>
          <p:nvPr>
            <p:ph type="subTitle" idx="7"/>
          </p:nvPr>
        </p:nvSpPr>
        <p:spPr>
          <a:xfrm>
            <a:off x="4320125" y="3097325"/>
            <a:ext cx="4110600" cy="447600"/>
          </a:xfrm>
          <a:prstGeom prst="rect">
            <a:avLst/>
          </a:prstGeom>
        </p:spPr>
        <p:txBody>
          <a:bodyPr spcFirstLastPara="1" wrap="square" lIns="91425" tIns="91425" rIns="91425" bIns="91425" anchor="ctr" anchorCtr="0">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691" name="Google Shape;691;p56"/>
          <p:cNvSpPr txBox="1">
            <a:spLocks noGrp="1"/>
          </p:cNvSpPr>
          <p:nvPr>
            <p:ph type="title" idx="8" hasCustomPrompt="1"/>
          </p:nvPr>
        </p:nvSpPr>
        <p:spPr>
          <a:xfrm>
            <a:off x="777150" y="3097325"/>
            <a:ext cx="869700" cy="447600"/>
          </a:xfrm>
          <a:prstGeom prst="rect">
            <a:avLst/>
          </a:prstGeom>
          <a:solidFill>
            <a:schemeClr val="dk2"/>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692" name="Google Shape;692;p56"/>
          <p:cNvSpPr txBox="1">
            <a:spLocks noGrp="1"/>
          </p:cNvSpPr>
          <p:nvPr>
            <p:ph type="subTitle" idx="9"/>
          </p:nvPr>
        </p:nvSpPr>
        <p:spPr>
          <a:xfrm>
            <a:off x="1751501" y="3097325"/>
            <a:ext cx="2465400" cy="4476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2000"/>
              <a:buFont typeface="Unbounded"/>
              <a:buNone/>
              <a:defRPr sz="2000" b="1">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sz="2400" b="1">
                <a:latin typeface="Unbounded"/>
                <a:ea typeface="Unbounded"/>
                <a:cs typeface="Unbounded"/>
                <a:sym typeface="Unbounded"/>
              </a:defRPr>
            </a:lvl2pPr>
            <a:lvl3pPr lvl="2">
              <a:lnSpc>
                <a:spcPct val="100000"/>
              </a:lnSpc>
              <a:spcBef>
                <a:spcPts val="0"/>
              </a:spcBef>
              <a:spcAft>
                <a:spcPts val="0"/>
              </a:spcAft>
              <a:buSzPts val="2400"/>
              <a:buFont typeface="Unbounded"/>
              <a:buNone/>
              <a:defRPr sz="2400" b="1">
                <a:latin typeface="Unbounded"/>
                <a:ea typeface="Unbounded"/>
                <a:cs typeface="Unbounded"/>
                <a:sym typeface="Unbounded"/>
              </a:defRPr>
            </a:lvl3pPr>
            <a:lvl4pPr lvl="3">
              <a:lnSpc>
                <a:spcPct val="100000"/>
              </a:lnSpc>
              <a:spcBef>
                <a:spcPts val="0"/>
              </a:spcBef>
              <a:spcAft>
                <a:spcPts val="0"/>
              </a:spcAft>
              <a:buSzPts val="2400"/>
              <a:buFont typeface="Unbounded"/>
              <a:buNone/>
              <a:defRPr sz="2400" b="1">
                <a:latin typeface="Unbounded"/>
                <a:ea typeface="Unbounded"/>
                <a:cs typeface="Unbounded"/>
                <a:sym typeface="Unbounded"/>
              </a:defRPr>
            </a:lvl4pPr>
            <a:lvl5pPr lvl="4">
              <a:lnSpc>
                <a:spcPct val="100000"/>
              </a:lnSpc>
              <a:spcBef>
                <a:spcPts val="0"/>
              </a:spcBef>
              <a:spcAft>
                <a:spcPts val="0"/>
              </a:spcAft>
              <a:buSzPts val="2400"/>
              <a:buFont typeface="Unbounded"/>
              <a:buNone/>
              <a:defRPr sz="2400" b="1">
                <a:latin typeface="Unbounded"/>
                <a:ea typeface="Unbounded"/>
                <a:cs typeface="Unbounded"/>
                <a:sym typeface="Unbounded"/>
              </a:defRPr>
            </a:lvl5pPr>
            <a:lvl6pPr lvl="5">
              <a:lnSpc>
                <a:spcPct val="100000"/>
              </a:lnSpc>
              <a:spcBef>
                <a:spcPts val="0"/>
              </a:spcBef>
              <a:spcAft>
                <a:spcPts val="0"/>
              </a:spcAft>
              <a:buSzPts val="2400"/>
              <a:buFont typeface="Unbounded"/>
              <a:buNone/>
              <a:defRPr sz="2400" b="1">
                <a:latin typeface="Unbounded"/>
                <a:ea typeface="Unbounded"/>
                <a:cs typeface="Unbounded"/>
                <a:sym typeface="Unbounded"/>
              </a:defRPr>
            </a:lvl6pPr>
            <a:lvl7pPr lvl="6">
              <a:lnSpc>
                <a:spcPct val="100000"/>
              </a:lnSpc>
              <a:spcBef>
                <a:spcPts val="0"/>
              </a:spcBef>
              <a:spcAft>
                <a:spcPts val="0"/>
              </a:spcAft>
              <a:buSzPts val="2400"/>
              <a:buFont typeface="Unbounded"/>
              <a:buNone/>
              <a:defRPr sz="2400" b="1">
                <a:latin typeface="Unbounded"/>
                <a:ea typeface="Unbounded"/>
                <a:cs typeface="Unbounded"/>
                <a:sym typeface="Unbounded"/>
              </a:defRPr>
            </a:lvl7pPr>
            <a:lvl8pPr lvl="7">
              <a:lnSpc>
                <a:spcPct val="100000"/>
              </a:lnSpc>
              <a:spcBef>
                <a:spcPts val="0"/>
              </a:spcBef>
              <a:spcAft>
                <a:spcPts val="0"/>
              </a:spcAft>
              <a:buSzPts val="2400"/>
              <a:buFont typeface="Unbounded"/>
              <a:buNone/>
              <a:defRPr sz="2400" b="1">
                <a:latin typeface="Unbounded"/>
                <a:ea typeface="Unbounded"/>
                <a:cs typeface="Unbounded"/>
                <a:sym typeface="Unbounded"/>
              </a:defRPr>
            </a:lvl8pPr>
            <a:lvl9pPr lvl="8">
              <a:lnSpc>
                <a:spcPct val="100000"/>
              </a:lnSpc>
              <a:spcBef>
                <a:spcPts val="0"/>
              </a:spcBef>
              <a:spcAft>
                <a:spcPts val="0"/>
              </a:spcAft>
              <a:buSzPts val="2400"/>
              <a:buFont typeface="Unbounded"/>
              <a:buNone/>
              <a:defRPr sz="2400" b="1">
                <a:latin typeface="Unbounded"/>
                <a:ea typeface="Unbounded"/>
                <a:cs typeface="Unbounded"/>
                <a:sym typeface="Unbounded"/>
              </a:defRPr>
            </a:lvl9pPr>
          </a:lstStyle>
          <a:p>
            <a:endParaRPr/>
          </a:p>
        </p:txBody>
      </p:sp>
      <p:sp>
        <p:nvSpPr>
          <p:cNvPr id="693" name="Google Shape;693;p56"/>
          <p:cNvSpPr txBox="1">
            <a:spLocks noGrp="1"/>
          </p:cNvSpPr>
          <p:nvPr>
            <p:ph type="subTitle" idx="13"/>
          </p:nvPr>
        </p:nvSpPr>
        <p:spPr>
          <a:xfrm>
            <a:off x="4320125" y="3979975"/>
            <a:ext cx="4110600" cy="447600"/>
          </a:xfrm>
          <a:prstGeom prst="rect">
            <a:avLst/>
          </a:prstGeom>
        </p:spPr>
        <p:txBody>
          <a:bodyPr spcFirstLastPara="1" wrap="square" lIns="91425" tIns="91425" rIns="91425" bIns="91425" anchor="ctr" anchorCtr="0">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694" name="Google Shape;694;p56"/>
          <p:cNvSpPr txBox="1">
            <a:spLocks noGrp="1"/>
          </p:cNvSpPr>
          <p:nvPr>
            <p:ph type="title" idx="14" hasCustomPrompt="1"/>
          </p:nvPr>
        </p:nvSpPr>
        <p:spPr>
          <a:xfrm>
            <a:off x="777150" y="3979975"/>
            <a:ext cx="869700" cy="447600"/>
          </a:xfrm>
          <a:prstGeom prst="rect">
            <a:avLst/>
          </a:prstGeom>
          <a:solidFill>
            <a:schemeClr val="dk2"/>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695" name="Google Shape;695;p56"/>
          <p:cNvSpPr txBox="1">
            <a:spLocks noGrp="1"/>
          </p:cNvSpPr>
          <p:nvPr>
            <p:ph type="subTitle" idx="15"/>
          </p:nvPr>
        </p:nvSpPr>
        <p:spPr>
          <a:xfrm>
            <a:off x="1751501" y="3979975"/>
            <a:ext cx="2465400" cy="4476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2000"/>
              <a:buFont typeface="Unbounded"/>
              <a:buNone/>
              <a:defRPr sz="2000" b="1">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sz="2400" b="1">
                <a:latin typeface="Unbounded"/>
                <a:ea typeface="Unbounded"/>
                <a:cs typeface="Unbounded"/>
                <a:sym typeface="Unbounded"/>
              </a:defRPr>
            </a:lvl2pPr>
            <a:lvl3pPr lvl="2">
              <a:lnSpc>
                <a:spcPct val="100000"/>
              </a:lnSpc>
              <a:spcBef>
                <a:spcPts val="0"/>
              </a:spcBef>
              <a:spcAft>
                <a:spcPts val="0"/>
              </a:spcAft>
              <a:buSzPts val="2400"/>
              <a:buFont typeface="Unbounded"/>
              <a:buNone/>
              <a:defRPr sz="2400" b="1">
                <a:latin typeface="Unbounded"/>
                <a:ea typeface="Unbounded"/>
                <a:cs typeface="Unbounded"/>
                <a:sym typeface="Unbounded"/>
              </a:defRPr>
            </a:lvl3pPr>
            <a:lvl4pPr lvl="3">
              <a:lnSpc>
                <a:spcPct val="100000"/>
              </a:lnSpc>
              <a:spcBef>
                <a:spcPts val="0"/>
              </a:spcBef>
              <a:spcAft>
                <a:spcPts val="0"/>
              </a:spcAft>
              <a:buSzPts val="2400"/>
              <a:buFont typeface="Unbounded"/>
              <a:buNone/>
              <a:defRPr sz="2400" b="1">
                <a:latin typeface="Unbounded"/>
                <a:ea typeface="Unbounded"/>
                <a:cs typeface="Unbounded"/>
                <a:sym typeface="Unbounded"/>
              </a:defRPr>
            </a:lvl4pPr>
            <a:lvl5pPr lvl="4">
              <a:lnSpc>
                <a:spcPct val="100000"/>
              </a:lnSpc>
              <a:spcBef>
                <a:spcPts val="0"/>
              </a:spcBef>
              <a:spcAft>
                <a:spcPts val="0"/>
              </a:spcAft>
              <a:buSzPts val="2400"/>
              <a:buFont typeface="Unbounded"/>
              <a:buNone/>
              <a:defRPr sz="2400" b="1">
                <a:latin typeface="Unbounded"/>
                <a:ea typeface="Unbounded"/>
                <a:cs typeface="Unbounded"/>
                <a:sym typeface="Unbounded"/>
              </a:defRPr>
            </a:lvl5pPr>
            <a:lvl6pPr lvl="5">
              <a:lnSpc>
                <a:spcPct val="100000"/>
              </a:lnSpc>
              <a:spcBef>
                <a:spcPts val="0"/>
              </a:spcBef>
              <a:spcAft>
                <a:spcPts val="0"/>
              </a:spcAft>
              <a:buSzPts val="2400"/>
              <a:buFont typeface="Unbounded"/>
              <a:buNone/>
              <a:defRPr sz="2400" b="1">
                <a:latin typeface="Unbounded"/>
                <a:ea typeface="Unbounded"/>
                <a:cs typeface="Unbounded"/>
                <a:sym typeface="Unbounded"/>
              </a:defRPr>
            </a:lvl6pPr>
            <a:lvl7pPr lvl="6">
              <a:lnSpc>
                <a:spcPct val="100000"/>
              </a:lnSpc>
              <a:spcBef>
                <a:spcPts val="0"/>
              </a:spcBef>
              <a:spcAft>
                <a:spcPts val="0"/>
              </a:spcAft>
              <a:buSzPts val="2400"/>
              <a:buFont typeface="Unbounded"/>
              <a:buNone/>
              <a:defRPr sz="2400" b="1">
                <a:latin typeface="Unbounded"/>
                <a:ea typeface="Unbounded"/>
                <a:cs typeface="Unbounded"/>
                <a:sym typeface="Unbounded"/>
              </a:defRPr>
            </a:lvl7pPr>
            <a:lvl8pPr lvl="7">
              <a:lnSpc>
                <a:spcPct val="100000"/>
              </a:lnSpc>
              <a:spcBef>
                <a:spcPts val="0"/>
              </a:spcBef>
              <a:spcAft>
                <a:spcPts val="0"/>
              </a:spcAft>
              <a:buSzPts val="2400"/>
              <a:buFont typeface="Unbounded"/>
              <a:buNone/>
              <a:defRPr sz="2400" b="1">
                <a:latin typeface="Unbounded"/>
                <a:ea typeface="Unbounded"/>
                <a:cs typeface="Unbounded"/>
                <a:sym typeface="Unbounded"/>
              </a:defRPr>
            </a:lvl8pPr>
            <a:lvl9pPr lvl="8">
              <a:lnSpc>
                <a:spcPct val="100000"/>
              </a:lnSpc>
              <a:spcBef>
                <a:spcPts val="0"/>
              </a:spcBef>
              <a:spcAft>
                <a:spcPts val="0"/>
              </a:spcAft>
              <a:buSzPts val="2400"/>
              <a:buFont typeface="Unbounded"/>
              <a:buNone/>
              <a:defRPr sz="2400" b="1">
                <a:latin typeface="Unbounded"/>
                <a:ea typeface="Unbounded"/>
                <a:cs typeface="Unbounded"/>
                <a:sym typeface="Unbounded"/>
              </a:defRPr>
            </a:lvl9pPr>
          </a:lstStyle>
          <a:p>
            <a:endParaRPr/>
          </a:p>
        </p:txBody>
      </p:sp>
      <p:grpSp>
        <p:nvGrpSpPr>
          <p:cNvPr id="696" name="Google Shape;696;p56"/>
          <p:cNvGrpSpPr/>
          <p:nvPr/>
        </p:nvGrpSpPr>
        <p:grpSpPr>
          <a:xfrm>
            <a:off x="2" y="156617"/>
            <a:ext cx="9096298" cy="4929890"/>
            <a:chOff x="2" y="156617"/>
            <a:chExt cx="9096298" cy="4929890"/>
          </a:xfrm>
        </p:grpSpPr>
        <p:grpSp>
          <p:nvGrpSpPr>
            <p:cNvPr id="697" name="Google Shape;697;p56"/>
            <p:cNvGrpSpPr/>
            <p:nvPr/>
          </p:nvGrpSpPr>
          <p:grpSpPr>
            <a:xfrm>
              <a:off x="2" y="156617"/>
              <a:ext cx="719987" cy="944360"/>
              <a:chOff x="2" y="156617"/>
              <a:chExt cx="719987" cy="944360"/>
            </a:xfrm>
          </p:grpSpPr>
          <p:pic>
            <p:nvPicPr>
              <p:cNvPr id="698" name="Google Shape;698;p56"/>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699" name="Google Shape;699;p56"/>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nvGrpSpPr>
            <p:cNvPr id="700" name="Google Shape;700;p56"/>
            <p:cNvGrpSpPr/>
            <p:nvPr/>
          </p:nvGrpSpPr>
          <p:grpSpPr>
            <a:xfrm>
              <a:off x="7993862" y="4509341"/>
              <a:ext cx="1102438" cy="577167"/>
              <a:chOff x="7993862" y="4509341"/>
              <a:chExt cx="1102438" cy="577167"/>
            </a:xfrm>
          </p:grpSpPr>
          <p:pic>
            <p:nvPicPr>
              <p:cNvPr id="701" name="Google Shape;701;p56"/>
              <p:cNvPicPr preferRelativeResize="0"/>
              <p:nvPr/>
            </p:nvPicPr>
            <p:blipFill>
              <a:blip r:embed="rId5">
                <a:alphaModFix/>
              </a:blip>
              <a:stretch>
                <a:fillRect/>
              </a:stretch>
            </p:blipFill>
            <p:spPr>
              <a:xfrm rot="1954086" flipH="1">
                <a:off x="8404052" y="4671936"/>
                <a:ext cx="677713" cy="251976"/>
              </a:xfrm>
              <a:prstGeom prst="rect">
                <a:avLst/>
              </a:prstGeom>
              <a:noFill/>
              <a:ln>
                <a:noFill/>
              </a:ln>
              <a:effectLst>
                <a:outerShdw blurRad="57150" dist="19050" dir="5400000" algn="bl" rotWithShape="0">
                  <a:schemeClr val="dk1">
                    <a:alpha val="50000"/>
                  </a:schemeClr>
                </a:outerShdw>
              </a:effectLst>
            </p:spPr>
          </p:pic>
          <p:pic>
            <p:nvPicPr>
              <p:cNvPr id="702" name="Google Shape;702;p56"/>
              <p:cNvPicPr preferRelativeResize="0"/>
              <p:nvPr/>
            </p:nvPicPr>
            <p:blipFill>
              <a:blip r:embed="rId4">
                <a:alphaModFix/>
              </a:blip>
              <a:stretch>
                <a:fillRect/>
              </a:stretch>
            </p:blipFill>
            <p:spPr>
              <a:xfrm flipH="1">
                <a:off x="7993862" y="4834518"/>
                <a:ext cx="765624" cy="251972"/>
              </a:xfrm>
              <a:prstGeom prst="rect">
                <a:avLst/>
              </a:prstGeom>
              <a:noFill/>
              <a:ln>
                <a:noFill/>
              </a:ln>
              <a:effectLst>
                <a:outerShdw blurRad="57150" dist="19050" dir="5400000" algn="bl" rotWithShape="0">
                  <a:schemeClr val="dk1">
                    <a:alpha val="50000"/>
                  </a:schemeClr>
                </a:outerShdw>
              </a:effectLst>
            </p:spPr>
          </p:pic>
        </p:grpSp>
      </p:grpSp>
      <p:sp>
        <p:nvSpPr>
          <p:cNvPr id="703" name="Google Shape;703;p56"/>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704"/>
        <p:cNvGrpSpPr/>
        <p:nvPr/>
      </p:nvGrpSpPr>
      <p:grpSpPr>
        <a:xfrm>
          <a:off x="0" y="0"/>
          <a:ext cx="0" cy="0"/>
          <a:chOff x="0" y="0"/>
          <a:chExt cx="0" cy="0"/>
        </a:xfrm>
      </p:grpSpPr>
      <p:pic>
        <p:nvPicPr>
          <p:cNvPr id="705" name="Google Shape;705;p57"/>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706" name="Google Shape;706;p57"/>
          <p:cNvSpPr txBox="1">
            <a:spLocks noGrp="1"/>
          </p:cNvSpPr>
          <p:nvPr>
            <p:ph type="title"/>
          </p:nvPr>
        </p:nvSpPr>
        <p:spPr>
          <a:xfrm>
            <a:off x="2013321" y="3456387"/>
            <a:ext cx="5607000" cy="661800"/>
          </a:xfrm>
          <a:prstGeom prst="rect">
            <a:avLst/>
          </a:prstGeom>
        </p:spPr>
        <p:txBody>
          <a:bodyPr spcFirstLastPara="1" wrap="square" lIns="91425" tIns="91425" rIns="91425" bIns="91425" anchor="t" anchorCtr="0">
            <a:noAutofit/>
          </a:bodyPr>
          <a:lstStyle>
            <a:lvl1pPr lvl="0" algn="r">
              <a:spcBef>
                <a:spcPts val="0"/>
              </a:spcBef>
              <a:spcAft>
                <a:spcPts val="0"/>
              </a:spcAft>
              <a:buSzPts val="3000"/>
              <a:buNone/>
              <a:defRPr sz="26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endParaRPr/>
          </a:p>
        </p:txBody>
      </p:sp>
      <p:sp>
        <p:nvSpPr>
          <p:cNvPr id="707" name="Google Shape;707;p57"/>
          <p:cNvSpPr txBox="1">
            <a:spLocks noGrp="1"/>
          </p:cNvSpPr>
          <p:nvPr>
            <p:ph type="subTitle" idx="1"/>
          </p:nvPr>
        </p:nvSpPr>
        <p:spPr>
          <a:xfrm>
            <a:off x="2013300" y="1122048"/>
            <a:ext cx="5607000" cy="2223900"/>
          </a:xfrm>
          <a:prstGeom prst="rect">
            <a:avLst/>
          </a:prstGeom>
        </p:spPr>
        <p:txBody>
          <a:bodyPr spcFirstLastPara="1" wrap="square" lIns="91425" tIns="91425" rIns="91425" bIns="91425" anchor="b" anchorCtr="0">
            <a:noAutofit/>
          </a:bodyPr>
          <a:lstStyle>
            <a:lvl1pPr lvl="0" algn="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a:endParaRPr/>
          </a:p>
        </p:txBody>
      </p:sp>
      <p:pic>
        <p:nvPicPr>
          <p:cNvPr id="708" name="Google Shape;708;p57"/>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dist="19050" dir="5400000" algn="bl" rotWithShape="0">
              <a:schemeClr val="dk1">
                <a:alpha val="50000"/>
              </a:schemeClr>
            </a:outerShdw>
          </a:effectLst>
        </p:spPr>
      </p:pic>
      <p:grpSp>
        <p:nvGrpSpPr>
          <p:cNvPr id="709" name="Google Shape;709;p57"/>
          <p:cNvGrpSpPr/>
          <p:nvPr/>
        </p:nvGrpSpPr>
        <p:grpSpPr>
          <a:xfrm>
            <a:off x="0" y="-859375"/>
            <a:ext cx="9755475" cy="6421100"/>
            <a:chOff x="0" y="-859375"/>
            <a:chExt cx="9755475" cy="6421100"/>
          </a:xfrm>
        </p:grpSpPr>
        <p:sp>
          <p:nvSpPr>
            <p:cNvPr id="710" name="Google Shape;710;p57"/>
            <p:cNvSpPr/>
            <p:nvPr/>
          </p:nvSpPr>
          <p:spPr>
            <a:xfrm rot="-5400000" flipH="1">
              <a:off x="6721950" y="3139675"/>
              <a:ext cx="8295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711" name="Google Shape;711;p57"/>
            <p:cNvGrpSpPr/>
            <p:nvPr/>
          </p:nvGrpSpPr>
          <p:grpSpPr>
            <a:xfrm flipH="1">
              <a:off x="0" y="-859375"/>
              <a:ext cx="2489300" cy="1740000"/>
              <a:chOff x="6148925" y="-872075"/>
              <a:chExt cx="2489300" cy="1740000"/>
            </a:xfrm>
          </p:grpSpPr>
          <p:sp>
            <p:nvSpPr>
              <p:cNvPr id="712" name="Google Shape;712;p57"/>
              <p:cNvSpPr/>
              <p:nvPr/>
            </p:nvSpPr>
            <p:spPr>
              <a:xfrm>
                <a:off x="6898225" y="-872075"/>
                <a:ext cx="1740000" cy="1740000"/>
              </a:xfrm>
              <a:prstGeom prst="pie">
                <a:avLst>
                  <a:gd name="adj1" fmla="val 0"/>
                  <a:gd name="adj2" fmla="val 1080014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713" name="Google Shape;713;p57"/>
              <p:cNvSpPr/>
              <p:nvPr/>
            </p:nvSpPr>
            <p:spPr>
              <a:xfrm rot="10800000">
                <a:off x="6148925" y="-604625"/>
                <a:ext cx="1205100" cy="1205100"/>
              </a:xfrm>
              <a:prstGeom prst="blockArc">
                <a:avLst>
                  <a:gd name="adj1" fmla="val 10800000"/>
                  <a:gd name="adj2" fmla="val 108721"/>
                  <a:gd name="adj3" fmla="val 22117"/>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714" name="Google Shape;714;p57"/>
            <p:cNvSpPr/>
            <p:nvPr/>
          </p:nvSpPr>
          <p:spPr>
            <a:xfrm rot="-5400000" flipH="1">
              <a:off x="8550375" y="893450"/>
              <a:ext cx="1205100" cy="1205100"/>
            </a:xfrm>
            <a:prstGeom prst="blockArc">
              <a:avLst>
                <a:gd name="adj1" fmla="val 10800000"/>
                <a:gd name="adj2" fmla="val 93824"/>
                <a:gd name="adj3" fmla="val 198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715" name="Google Shape;715;p57"/>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716"/>
        <p:cNvGrpSpPr/>
        <p:nvPr/>
      </p:nvGrpSpPr>
      <p:grpSpPr>
        <a:xfrm>
          <a:off x="0" y="0"/>
          <a:ext cx="0" cy="0"/>
          <a:chOff x="0" y="0"/>
          <a:chExt cx="0" cy="0"/>
        </a:xfrm>
      </p:grpSpPr>
      <p:pic>
        <p:nvPicPr>
          <p:cNvPr id="717" name="Google Shape;717;p58"/>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718" name="Google Shape;718;p58"/>
          <p:cNvSpPr txBox="1">
            <a:spLocks noGrp="1"/>
          </p:cNvSpPr>
          <p:nvPr>
            <p:ph type="title"/>
          </p:nvPr>
        </p:nvSpPr>
        <p:spPr>
          <a:xfrm>
            <a:off x="929000" y="1056375"/>
            <a:ext cx="3306000" cy="20760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719" name="Google Shape;719;p58"/>
          <p:cNvSpPr txBox="1">
            <a:spLocks noGrp="1"/>
          </p:cNvSpPr>
          <p:nvPr>
            <p:ph type="subTitle" idx="1"/>
          </p:nvPr>
        </p:nvSpPr>
        <p:spPr>
          <a:xfrm>
            <a:off x="929000" y="3132225"/>
            <a:ext cx="3306000" cy="11163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20" name="Google Shape;720;p58"/>
          <p:cNvSpPr>
            <a:spLocks noGrp="1"/>
          </p:cNvSpPr>
          <p:nvPr>
            <p:ph type="pic" idx="2"/>
          </p:nvPr>
        </p:nvSpPr>
        <p:spPr>
          <a:xfrm>
            <a:off x="4898950" y="533875"/>
            <a:ext cx="3489000" cy="4075800"/>
          </a:xfrm>
          <a:prstGeom prst="roundRect">
            <a:avLst>
              <a:gd name="adj" fmla="val 18268"/>
            </a:avLst>
          </a:prstGeom>
          <a:noFill/>
          <a:ln>
            <a:noFill/>
          </a:ln>
        </p:spPr>
      </p:sp>
      <p:grpSp>
        <p:nvGrpSpPr>
          <p:cNvPr id="721" name="Google Shape;721;p58"/>
          <p:cNvGrpSpPr/>
          <p:nvPr/>
        </p:nvGrpSpPr>
        <p:grpSpPr>
          <a:xfrm rot="5400000">
            <a:off x="-2006450" y="1404750"/>
            <a:ext cx="4014600" cy="1205100"/>
            <a:chOff x="150" y="4543750"/>
            <a:chExt cx="4014600" cy="1205100"/>
          </a:xfrm>
        </p:grpSpPr>
        <p:sp>
          <p:nvSpPr>
            <p:cNvPr id="722" name="Google Shape;722;p58"/>
            <p:cNvSpPr/>
            <p:nvPr/>
          </p:nvSpPr>
          <p:spPr>
            <a:xfrm rot="5400000">
              <a:off x="1622250" y="3110125"/>
              <a:ext cx="7704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723" name="Google Shape;723;p58"/>
            <p:cNvSpPr/>
            <p:nvPr/>
          </p:nvSpPr>
          <p:spPr>
            <a:xfrm>
              <a:off x="2283875" y="4543750"/>
              <a:ext cx="1205100" cy="1205100"/>
            </a:xfrm>
            <a:prstGeom prst="blockArc">
              <a:avLst>
                <a:gd name="adj1" fmla="val 10800000"/>
                <a:gd name="adj2" fmla="val 93824"/>
                <a:gd name="adj3" fmla="val 19896"/>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724" name="Google Shape;724;p58"/>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725"/>
        <p:cNvGrpSpPr/>
        <p:nvPr/>
      </p:nvGrpSpPr>
      <p:grpSpPr>
        <a:xfrm>
          <a:off x="0" y="0"/>
          <a:ext cx="0" cy="0"/>
          <a:chOff x="0" y="0"/>
          <a:chExt cx="0" cy="0"/>
        </a:xfrm>
      </p:grpSpPr>
      <p:pic>
        <p:nvPicPr>
          <p:cNvPr id="726" name="Google Shape;726;p59"/>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727" name="Google Shape;727;p59"/>
          <p:cNvSpPr txBox="1">
            <a:spLocks noGrp="1"/>
          </p:cNvSpPr>
          <p:nvPr>
            <p:ph type="title"/>
          </p:nvPr>
        </p:nvSpPr>
        <p:spPr>
          <a:xfrm>
            <a:off x="900325" y="1526875"/>
            <a:ext cx="3051900" cy="10632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728" name="Google Shape;728;p59"/>
          <p:cNvSpPr txBox="1">
            <a:spLocks noGrp="1"/>
          </p:cNvSpPr>
          <p:nvPr>
            <p:ph type="subTitle" idx="1"/>
          </p:nvPr>
        </p:nvSpPr>
        <p:spPr>
          <a:xfrm>
            <a:off x="900325" y="2590075"/>
            <a:ext cx="3051900" cy="9918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729" name="Google Shape;729;p59"/>
          <p:cNvGrpSpPr/>
          <p:nvPr/>
        </p:nvGrpSpPr>
        <p:grpSpPr>
          <a:xfrm>
            <a:off x="0" y="-859375"/>
            <a:ext cx="9755475" cy="6421100"/>
            <a:chOff x="0" y="-859375"/>
            <a:chExt cx="9755475" cy="6421100"/>
          </a:xfrm>
        </p:grpSpPr>
        <p:sp>
          <p:nvSpPr>
            <p:cNvPr id="730" name="Google Shape;730;p59"/>
            <p:cNvSpPr/>
            <p:nvPr/>
          </p:nvSpPr>
          <p:spPr>
            <a:xfrm rot="-5400000" flipH="1">
              <a:off x="6721950" y="3139675"/>
              <a:ext cx="8295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731" name="Google Shape;731;p59"/>
            <p:cNvGrpSpPr/>
            <p:nvPr/>
          </p:nvGrpSpPr>
          <p:grpSpPr>
            <a:xfrm flipH="1">
              <a:off x="0" y="-859375"/>
              <a:ext cx="2489300" cy="1740000"/>
              <a:chOff x="6148925" y="-872075"/>
              <a:chExt cx="2489300" cy="1740000"/>
            </a:xfrm>
          </p:grpSpPr>
          <p:sp>
            <p:nvSpPr>
              <p:cNvPr id="732" name="Google Shape;732;p59"/>
              <p:cNvSpPr/>
              <p:nvPr/>
            </p:nvSpPr>
            <p:spPr>
              <a:xfrm>
                <a:off x="6898225" y="-872075"/>
                <a:ext cx="1740000" cy="1740000"/>
              </a:xfrm>
              <a:prstGeom prst="pie">
                <a:avLst>
                  <a:gd name="adj1" fmla="val 0"/>
                  <a:gd name="adj2" fmla="val 1080014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733" name="Google Shape;733;p59"/>
              <p:cNvSpPr/>
              <p:nvPr/>
            </p:nvSpPr>
            <p:spPr>
              <a:xfrm rot="10800000">
                <a:off x="6148925" y="-604625"/>
                <a:ext cx="1205100" cy="1205100"/>
              </a:xfrm>
              <a:prstGeom prst="blockArc">
                <a:avLst>
                  <a:gd name="adj1" fmla="val 10800000"/>
                  <a:gd name="adj2" fmla="val 108721"/>
                  <a:gd name="adj3" fmla="val 22117"/>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734" name="Google Shape;734;p59"/>
            <p:cNvSpPr/>
            <p:nvPr/>
          </p:nvSpPr>
          <p:spPr>
            <a:xfrm rot="-5400000" flipH="1">
              <a:off x="8550375" y="893450"/>
              <a:ext cx="1205100" cy="1205100"/>
            </a:xfrm>
            <a:prstGeom prst="blockArc">
              <a:avLst>
                <a:gd name="adj1" fmla="val 10800000"/>
                <a:gd name="adj2" fmla="val 93824"/>
                <a:gd name="adj3" fmla="val 198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735" name="Google Shape;735;p59"/>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1" name="Shape 736"/>
        <p:cNvGrpSpPr/>
        <p:nvPr/>
      </p:nvGrpSpPr>
      <p:grpSpPr>
        <a:xfrm>
          <a:off x="0" y="0"/>
          <a:ext cx="0" cy="0"/>
          <a:chOff x="0" y="0"/>
          <a:chExt cx="0" cy="0"/>
        </a:xfrm>
      </p:grpSpPr>
      <p:pic>
        <p:nvPicPr>
          <p:cNvPr id="737" name="Google Shape;737;p60"/>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738" name="Google Shape;738;p60"/>
          <p:cNvSpPr txBox="1">
            <a:spLocks noGrp="1"/>
          </p:cNvSpPr>
          <p:nvPr>
            <p:ph type="title"/>
          </p:nvPr>
        </p:nvSpPr>
        <p:spPr>
          <a:xfrm>
            <a:off x="4856624" y="1396050"/>
            <a:ext cx="3123300" cy="1060800"/>
          </a:xfrm>
          <a:prstGeom prst="rect">
            <a:avLst/>
          </a:prstGeom>
        </p:spPr>
        <p:txBody>
          <a:bodyPr spcFirstLastPara="1" wrap="square" lIns="91425" tIns="91425" rIns="91425" bIns="91425" anchor="b" anchorCtr="0">
            <a:noAutofit/>
          </a:bodyPr>
          <a:lstStyle>
            <a:lvl1pPr lvl="0" algn="r">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739" name="Google Shape;739;p60"/>
          <p:cNvSpPr txBox="1">
            <a:spLocks noGrp="1"/>
          </p:cNvSpPr>
          <p:nvPr>
            <p:ph type="subTitle" idx="1"/>
          </p:nvPr>
        </p:nvSpPr>
        <p:spPr>
          <a:xfrm>
            <a:off x="4856775" y="2456850"/>
            <a:ext cx="3123300" cy="1290600"/>
          </a:xfrm>
          <a:prstGeom prst="rect">
            <a:avLst/>
          </a:prstGeom>
        </p:spPr>
        <p:txBody>
          <a:bodyPr spcFirstLastPara="1" wrap="square" lIns="91425" tIns="91425" rIns="91425" bIns="91425" anchor="t" anchorCtr="0">
            <a:noAutofit/>
          </a:bodyPr>
          <a:lstStyle>
            <a:lvl1pPr lvl="0" algn="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740" name="Google Shape;740;p60"/>
          <p:cNvGrpSpPr/>
          <p:nvPr/>
        </p:nvGrpSpPr>
        <p:grpSpPr>
          <a:xfrm>
            <a:off x="-601700" y="0"/>
            <a:ext cx="10705100" cy="4676150"/>
            <a:chOff x="-601700" y="0"/>
            <a:chExt cx="10705100" cy="4676150"/>
          </a:xfrm>
        </p:grpSpPr>
        <p:sp>
          <p:nvSpPr>
            <p:cNvPr id="741" name="Google Shape;741;p60"/>
            <p:cNvSpPr/>
            <p:nvPr/>
          </p:nvSpPr>
          <p:spPr>
            <a:xfrm rot="-5400000">
              <a:off x="8206500" y="2779250"/>
              <a:ext cx="1896900" cy="1896900"/>
            </a:xfrm>
            <a:prstGeom prst="blockArc">
              <a:avLst>
                <a:gd name="adj1" fmla="val 10800000"/>
                <a:gd name="adj2" fmla="val 21596677"/>
                <a:gd name="adj3" fmla="val 11819"/>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742" name="Google Shape;742;p60"/>
            <p:cNvGrpSpPr/>
            <p:nvPr/>
          </p:nvGrpSpPr>
          <p:grpSpPr>
            <a:xfrm rot="5400000">
              <a:off x="-2006450" y="1404750"/>
              <a:ext cx="4014600" cy="1205100"/>
              <a:chOff x="150" y="4543750"/>
              <a:chExt cx="4014600" cy="1205100"/>
            </a:xfrm>
          </p:grpSpPr>
          <p:sp>
            <p:nvSpPr>
              <p:cNvPr id="743" name="Google Shape;743;p60"/>
              <p:cNvSpPr/>
              <p:nvPr/>
            </p:nvSpPr>
            <p:spPr>
              <a:xfrm rot="5400000">
                <a:off x="1622250" y="3110125"/>
                <a:ext cx="7704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744" name="Google Shape;744;p60"/>
              <p:cNvSpPr/>
              <p:nvPr/>
            </p:nvSpPr>
            <p:spPr>
              <a:xfrm>
                <a:off x="2283875" y="4543750"/>
                <a:ext cx="1205100" cy="1205100"/>
              </a:xfrm>
              <a:prstGeom prst="blockArc">
                <a:avLst>
                  <a:gd name="adj1" fmla="val 10800000"/>
                  <a:gd name="adj2" fmla="val 93824"/>
                  <a:gd name="adj3" fmla="val 19896"/>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grpSp>
        <p:nvGrpSpPr>
          <p:cNvPr id="745" name="Google Shape;745;p60"/>
          <p:cNvGrpSpPr/>
          <p:nvPr/>
        </p:nvGrpSpPr>
        <p:grpSpPr>
          <a:xfrm>
            <a:off x="8206512" y="4230524"/>
            <a:ext cx="848365" cy="950159"/>
            <a:chOff x="41662" y="277999"/>
            <a:chExt cx="848365" cy="950159"/>
          </a:xfrm>
        </p:grpSpPr>
        <p:pic>
          <p:nvPicPr>
            <p:cNvPr id="746" name="Google Shape;746;p60"/>
            <p:cNvPicPr preferRelativeResize="0"/>
            <p:nvPr/>
          </p:nvPicPr>
          <p:blipFill>
            <a:blip r:embed="rId3">
              <a:alphaModFix/>
            </a:blip>
            <a:stretch>
              <a:fillRect/>
            </a:stretch>
          </p:blipFill>
          <p:spPr>
            <a:xfrm rot="-1083129" flipH="1">
              <a:off x="101303" y="652430"/>
              <a:ext cx="646323" cy="487587"/>
            </a:xfrm>
            <a:prstGeom prst="rect">
              <a:avLst/>
            </a:prstGeom>
            <a:noFill/>
            <a:ln>
              <a:noFill/>
            </a:ln>
            <a:effectLst>
              <a:outerShdw blurRad="57150" dist="19050" dir="5400000" algn="bl" rotWithShape="0">
                <a:schemeClr val="dk1">
                  <a:alpha val="50000"/>
                </a:schemeClr>
              </a:outerShdw>
            </a:effectLst>
          </p:spPr>
        </p:pic>
        <p:pic>
          <p:nvPicPr>
            <p:cNvPr id="747" name="Google Shape;747;p60"/>
            <p:cNvPicPr preferRelativeResize="0"/>
            <p:nvPr/>
          </p:nvPicPr>
          <p:blipFill>
            <a:blip r:embed="rId3">
              <a:alphaModFix/>
            </a:blip>
            <a:stretch>
              <a:fillRect/>
            </a:stretch>
          </p:blipFill>
          <p:spPr>
            <a:xfrm rot="-5826171" flipH="1">
              <a:off x="570466" y="412512"/>
              <a:ext cx="341359" cy="257531"/>
            </a:xfrm>
            <a:prstGeom prst="rect">
              <a:avLst/>
            </a:prstGeom>
            <a:noFill/>
            <a:ln>
              <a:noFill/>
            </a:ln>
            <a:effectLst>
              <a:outerShdw blurRad="57150" dist="19050" dir="5400000" algn="bl" rotWithShape="0">
                <a:schemeClr val="dk1">
                  <a:alpha val="50000"/>
                </a:schemeClr>
              </a:outerShdw>
            </a:effectLst>
          </p:spPr>
        </p:pic>
        <p:pic>
          <p:nvPicPr>
            <p:cNvPr id="748" name="Google Shape;748;p60"/>
            <p:cNvPicPr preferRelativeResize="0"/>
            <p:nvPr/>
          </p:nvPicPr>
          <p:blipFill>
            <a:blip r:embed="rId4">
              <a:alphaModFix/>
            </a:blip>
            <a:stretch>
              <a:fillRect/>
            </a:stretch>
          </p:blipFill>
          <p:spPr>
            <a:xfrm rot="-8300824" flipH="1">
              <a:off x="200914" y="402080"/>
              <a:ext cx="447091" cy="193739"/>
            </a:xfrm>
            <a:prstGeom prst="rect">
              <a:avLst/>
            </a:prstGeom>
            <a:noFill/>
            <a:ln>
              <a:noFill/>
            </a:ln>
            <a:effectLst>
              <a:outerShdw blurRad="57150" dist="19050" dir="5400000" algn="bl" rotWithShape="0">
                <a:schemeClr val="dk1">
                  <a:alpha val="50000"/>
                </a:schemeClr>
              </a:outerShdw>
            </a:effectLst>
          </p:spPr>
        </p:pic>
      </p:grpSp>
      <p:sp>
        <p:nvSpPr>
          <p:cNvPr id="749" name="Google Shape;749;p60"/>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750"/>
        <p:cNvGrpSpPr/>
        <p:nvPr/>
      </p:nvGrpSpPr>
      <p:grpSpPr>
        <a:xfrm>
          <a:off x="0" y="0"/>
          <a:ext cx="0" cy="0"/>
          <a:chOff x="0" y="0"/>
          <a:chExt cx="0" cy="0"/>
        </a:xfrm>
      </p:grpSpPr>
      <p:pic>
        <p:nvPicPr>
          <p:cNvPr id="751" name="Google Shape;751;p61"/>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752" name="Google Shape;752;p6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753" name="Google Shape;753;p61"/>
          <p:cNvSpPr txBox="1">
            <a:spLocks noGrp="1"/>
          </p:cNvSpPr>
          <p:nvPr>
            <p:ph type="subTitle" idx="1"/>
          </p:nvPr>
        </p:nvSpPr>
        <p:spPr>
          <a:xfrm>
            <a:off x="4959198" y="3398399"/>
            <a:ext cx="2910900" cy="10107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54" name="Google Shape;754;p61"/>
          <p:cNvSpPr txBox="1">
            <a:spLocks noGrp="1"/>
          </p:cNvSpPr>
          <p:nvPr>
            <p:ph type="subTitle" idx="2"/>
          </p:nvPr>
        </p:nvSpPr>
        <p:spPr>
          <a:xfrm>
            <a:off x="1273909" y="3398399"/>
            <a:ext cx="2910900" cy="10107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55" name="Google Shape;755;p61"/>
          <p:cNvSpPr txBox="1">
            <a:spLocks noGrp="1"/>
          </p:cNvSpPr>
          <p:nvPr>
            <p:ph type="subTitle" idx="3"/>
          </p:nvPr>
        </p:nvSpPr>
        <p:spPr>
          <a:xfrm>
            <a:off x="1273897" y="2974875"/>
            <a:ext cx="2910900" cy="423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756" name="Google Shape;756;p61"/>
          <p:cNvSpPr txBox="1">
            <a:spLocks noGrp="1"/>
          </p:cNvSpPr>
          <p:nvPr>
            <p:ph type="subTitle" idx="4"/>
          </p:nvPr>
        </p:nvSpPr>
        <p:spPr>
          <a:xfrm>
            <a:off x="4959203" y="2974875"/>
            <a:ext cx="2910900" cy="423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grpSp>
        <p:nvGrpSpPr>
          <p:cNvPr id="757" name="Google Shape;757;p61"/>
          <p:cNvGrpSpPr/>
          <p:nvPr/>
        </p:nvGrpSpPr>
        <p:grpSpPr>
          <a:xfrm>
            <a:off x="-501600" y="128825"/>
            <a:ext cx="10252550" cy="5418500"/>
            <a:chOff x="-501600" y="128825"/>
            <a:chExt cx="10252550" cy="5418500"/>
          </a:xfrm>
        </p:grpSpPr>
        <p:sp>
          <p:nvSpPr>
            <p:cNvPr id="758" name="Google Shape;758;p61"/>
            <p:cNvSpPr/>
            <p:nvPr/>
          </p:nvSpPr>
          <p:spPr>
            <a:xfrm rot="-5400000" flipH="1">
              <a:off x="6729150" y="3132475"/>
              <a:ext cx="8151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759" name="Google Shape;759;p61"/>
            <p:cNvSpPr/>
            <p:nvPr/>
          </p:nvSpPr>
          <p:spPr>
            <a:xfrm rot="-5400000" flipH="1">
              <a:off x="8545850" y="128825"/>
              <a:ext cx="1205100" cy="1205100"/>
            </a:xfrm>
            <a:prstGeom prst="blockArc">
              <a:avLst>
                <a:gd name="adj1" fmla="val 10800000"/>
                <a:gd name="adj2" fmla="val 93824"/>
                <a:gd name="adj3" fmla="val 198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760" name="Google Shape;760;p61"/>
            <p:cNvSpPr/>
            <p:nvPr/>
          </p:nvSpPr>
          <p:spPr>
            <a:xfrm flipH="1">
              <a:off x="-501600" y="2817900"/>
              <a:ext cx="1001100" cy="2325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761" name="Google Shape;761;p61"/>
          <p:cNvGrpSpPr/>
          <p:nvPr/>
        </p:nvGrpSpPr>
        <p:grpSpPr>
          <a:xfrm>
            <a:off x="2" y="156617"/>
            <a:ext cx="9088698" cy="4882915"/>
            <a:chOff x="2" y="156617"/>
            <a:chExt cx="9088698" cy="4882915"/>
          </a:xfrm>
        </p:grpSpPr>
        <p:grpSp>
          <p:nvGrpSpPr>
            <p:cNvPr id="762" name="Google Shape;762;p61"/>
            <p:cNvGrpSpPr/>
            <p:nvPr/>
          </p:nvGrpSpPr>
          <p:grpSpPr>
            <a:xfrm>
              <a:off x="2" y="156617"/>
              <a:ext cx="719987" cy="944360"/>
              <a:chOff x="2" y="156617"/>
              <a:chExt cx="719987" cy="944360"/>
            </a:xfrm>
          </p:grpSpPr>
          <p:pic>
            <p:nvPicPr>
              <p:cNvPr id="763" name="Google Shape;763;p61"/>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764" name="Google Shape;764;p61"/>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nvGrpSpPr>
            <p:cNvPr id="765" name="Google Shape;765;p61"/>
            <p:cNvGrpSpPr/>
            <p:nvPr/>
          </p:nvGrpSpPr>
          <p:grpSpPr>
            <a:xfrm>
              <a:off x="7986262" y="4462366"/>
              <a:ext cx="1102438" cy="577167"/>
              <a:chOff x="359837" y="4401391"/>
              <a:chExt cx="1102438" cy="577167"/>
            </a:xfrm>
          </p:grpSpPr>
          <p:pic>
            <p:nvPicPr>
              <p:cNvPr id="766" name="Google Shape;766;p61"/>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767" name="Google Shape;767;p61"/>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sp>
        <p:nvSpPr>
          <p:cNvPr id="768" name="Google Shape;768;p61"/>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769"/>
        <p:cNvGrpSpPr/>
        <p:nvPr/>
      </p:nvGrpSpPr>
      <p:grpSpPr>
        <a:xfrm>
          <a:off x="0" y="0"/>
          <a:ext cx="0" cy="0"/>
          <a:chOff x="0" y="0"/>
          <a:chExt cx="0" cy="0"/>
        </a:xfrm>
      </p:grpSpPr>
      <p:pic>
        <p:nvPicPr>
          <p:cNvPr id="770" name="Google Shape;770;p62"/>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771" name="Google Shape;771;p6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772" name="Google Shape;772;p62"/>
          <p:cNvSpPr txBox="1">
            <a:spLocks noGrp="1"/>
          </p:cNvSpPr>
          <p:nvPr>
            <p:ph type="subTitle" idx="1"/>
          </p:nvPr>
        </p:nvSpPr>
        <p:spPr>
          <a:xfrm>
            <a:off x="4850130" y="1874500"/>
            <a:ext cx="3479700" cy="18390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73" name="Google Shape;773;p62"/>
          <p:cNvSpPr txBox="1">
            <a:spLocks noGrp="1"/>
          </p:cNvSpPr>
          <p:nvPr>
            <p:ph type="subTitle" idx="2"/>
          </p:nvPr>
        </p:nvSpPr>
        <p:spPr>
          <a:xfrm>
            <a:off x="814175" y="1874500"/>
            <a:ext cx="3479700" cy="18390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774" name="Google Shape;774;p62"/>
          <p:cNvGrpSpPr/>
          <p:nvPr/>
        </p:nvGrpSpPr>
        <p:grpSpPr>
          <a:xfrm>
            <a:off x="275000" y="0"/>
            <a:ext cx="9374500" cy="5748850"/>
            <a:chOff x="275000" y="0"/>
            <a:chExt cx="9374500" cy="5748850"/>
          </a:xfrm>
        </p:grpSpPr>
        <p:sp>
          <p:nvSpPr>
            <p:cNvPr id="775" name="Google Shape;775;p62"/>
            <p:cNvSpPr/>
            <p:nvPr/>
          </p:nvSpPr>
          <p:spPr>
            <a:xfrm rot="-5400000" flipH="1">
              <a:off x="6729150" y="3132475"/>
              <a:ext cx="8151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776" name="Google Shape;776;p62"/>
            <p:cNvSpPr/>
            <p:nvPr/>
          </p:nvSpPr>
          <p:spPr>
            <a:xfrm flipH="1">
              <a:off x="275000" y="4543750"/>
              <a:ext cx="1205100" cy="1205100"/>
            </a:xfrm>
            <a:prstGeom prst="blockArc">
              <a:avLst>
                <a:gd name="adj1" fmla="val 10800000"/>
                <a:gd name="adj2" fmla="val 93824"/>
                <a:gd name="adj3" fmla="val 198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777" name="Google Shape;777;p62"/>
            <p:cNvSpPr/>
            <p:nvPr/>
          </p:nvSpPr>
          <p:spPr>
            <a:xfrm rot="10800000" flipH="1">
              <a:off x="8648400" y="0"/>
              <a:ext cx="1001100" cy="2325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778" name="Google Shape;778;p62"/>
          <p:cNvGrpSpPr/>
          <p:nvPr/>
        </p:nvGrpSpPr>
        <p:grpSpPr>
          <a:xfrm>
            <a:off x="2" y="156617"/>
            <a:ext cx="9088698" cy="4882915"/>
            <a:chOff x="2" y="156617"/>
            <a:chExt cx="9088698" cy="4882915"/>
          </a:xfrm>
        </p:grpSpPr>
        <p:grpSp>
          <p:nvGrpSpPr>
            <p:cNvPr id="779" name="Google Shape;779;p62"/>
            <p:cNvGrpSpPr/>
            <p:nvPr/>
          </p:nvGrpSpPr>
          <p:grpSpPr>
            <a:xfrm>
              <a:off x="2" y="156617"/>
              <a:ext cx="719987" cy="944360"/>
              <a:chOff x="2" y="156617"/>
              <a:chExt cx="719987" cy="944360"/>
            </a:xfrm>
          </p:grpSpPr>
          <p:pic>
            <p:nvPicPr>
              <p:cNvPr id="780" name="Google Shape;780;p62"/>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781" name="Google Shape;781;p62"/>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nvGrpSpPr>
            <p:cNvPr id="782" name="Google Shape;782;p62"/>
            <p:cNvGrpSpPr/>
            <p:nvPr/>
          </p:nvGrpSpPr>
          <p:grpSpPr>
            <a:xfrm>
              <a:off x="7986262" y="4462366"/>
              <a:ext cx="1102438" cy="577167"/>
              <a:chOff x="359837" y="4401391"/>
              <a:chExt cx="1102438" cy="577167"/>
            </a:xfrm>
          </p:grpSpPr>
          <p:pic>
            <p:nvPicPr>
              <p:cNvPr id="783" name="Google Shape;783;p62"/>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784" name="Google Shape;784;p62"/>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sp>
        <p:nvSpPr>
          <p:cNvPr id="785" name="Google Shape;785;p62"/>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786"/>
        <p:cNvGrpSpPr/>
        <p:nvPr/>
      </p:nvGrpSpPr>
      <p:grpSpPr>
        <a:xfrm>
          <a:off x="0" y="0"/>
          <a:ext cx="0" cy="0"/>
          <a:chOff x="0" y="0"/>
          <a:chExt cx="0" cy="0"/>
        </a:xfrm>
      </p:grpSpPr>
      <p:pic>
        <p:nvPicPr>
          <p:cNvPr id="787" name="Google Shape;787;p63"/>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788" name="Google Shape;788;p6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789" name="Google Shape;789;p63"/>
          <p:cNvSpPr txBox="1">
            <a:spLocks noGrp="1"/>
          </p:cNvSpPr>
          <p:nvPr>
            <p:ph type="subTitle" idx="1"/>
          </p:nvPr>
        </p:nvSpPr>
        <p:spPr>
          <a:xfrm>
            <a:off x="828825" y="3250127"/>
            <a:ext cx="2240400" cy="10155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90" name="Google Shape;790;p63"/>
          <p:cNvSpPr txBox="1">
            <a:spLocks noGrp="1"/>
          </p:cNvSpPr>
          <p:nvPr>
            <p:ph type="subTitle" idx="2"/>
          </p:nvPr>
        </p:nvSpPr>
        <p:spPr>
          <a:xfrm>
            <a:off x="3451795" y="3250127"/>
            <a:ext cx="2240400" cy="10155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91" name="Google Shape;791;p63"/>
          <p:cNvSpPr txBox="1">
            <a:spLocks noGrp="1"/>
          </p:cNvSpPr>
          <p:nvPr>
            <p:ph type="subTitle" idx="3"/>
          </p:nvPr>
        </p:nvSpPr>
        <p:spPr>
          <a:xfrm>
            <a:off x="6074772" y="3250127"/>
            <a:ext cx="2240400" cy="10155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92" name="Google Shape;792;p63"/>
          <p:cNvSpPr txBox="1">
            <a:spLocks noGrp="1"/>
          </p:cNvSpPr>
          <p:nvPr>
            <p:ph type="subTitle" idx="4"/>
          </p:nvPr>
        </p:nvSpPr>
        <p:spPr>
          <a:xfrm>
            <a:off x="828825" y="2779250"/>
            <a:ext cx="2240400" cy="4710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793" name="Google Shape;793;p63"/>
          <p:cNvSpPr txBox="1">
            <a:spLocks noGrp="1"/>
          </p:cNvSpPr>
          <p:nvPr>
            <p:ph type="subTitle" idx="5"/>
          </p:nvPr>
        </p:nvSpPr>
        <p:spPr>
          <a:xfrm>
            <a:off x="3451798" y="2779250"/>
            <a:ext cx="2240400" cy="4710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794" name="Google Shape;794;p63"/>
          <p:cNvSpPr txBox="1">
            <a:spLocks noGrp="1"/>
          </p:cNvSpPr>
          <p:nvPr>
            <p:ph type="subTitle" idx="6"/>
          </p:nvPr>
        </p:nvSpPr>
        <p:spPr>
          <a:xfrm>
            <a:off x="6074772" y="2779250"/>
            <a:ext cx="2240400" cy="4710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grpSp>
        <p:nvGrpSpPr>
          <p:cNvPr id="795" name="Google Shape;795;p63"/>
          <p:cNvGrpSpPr/>
          <p:nvPr/>
        </p:nvGrpSpPr>
        <p:grpSpPr>
          <a:xfrm>
            <a:off x="-601700" y="0"/>
            <a:ext cx="10705100" cy="4676150"/>
            <a:chOff x="-601700" y="0"/>
            <a:chExt cx="10705100" cy="4676150"/>
          </a:xfrm>
        </p:grpSpPr>
        <p:sp>
          <p:nvSpPr>
            <p:cNvPr id="796" name="Google Shape;796;p63"/>
            <p:cNvSpPr/>
            <p:nvPr/>
          </p:nvSpPr>
          <p:spPr>
            <a:xfrm rot="-5400000">
              <a:off x="8206500" y="2779250"/>
              <a:ext cx="1896900" cy="1896900"/>
            </a:xfrm>
            <a:prstGeom prst="blockArc">
              <a:avLst>
                <a:gd name="adj1" fmla="val 10800000"/>
                <a:gd name="adj2" fmla="val 21596677"/>
                <a:gd name="adj3" fmla="val 11819"/>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797" name="Google Shape;797;p63"/>
            <p:cNvGrpSpPr/>
            <p:nvPr/>
          </p:nvGrpSpPr>
          <p:grpSpPr>
            <a:xfrm rot="5400000">
              <a:off x="-2006450" y="1404750"/>
              <a:ext cx="4014600" cy="1205100"/>
              <a:chOff x="150" y="4543750"/>
              <a:chExt cx="4014600" cy="1205100"/>
            </a:xfrm>
          </p:grpSpPr>
          <p:sp>
            <p:nvSpPr>
              <p:cNvPr id="798" name="Google Shape;798;p63"/>
              <p:cNvSpPr/>
              <p:nvPr/>
            </p:nvSpPr>
            <p:spPr>
              <a:xfrm rot="5400000">
                <a:off x="1622250" y="3110125"/>
                <a:ext cx="7704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799" name="Google Shape;799;p63"/>
              <p:cNvSpPr/>
              <p:nvPr/>
            </p:nvSpPr>
            <p:spPr>
              <a:xfrm>
                <a:off x="2283875" y="4543750"/>
                <a:ext cx="1205100" cy="1205100"/>
              </a:xfrm>
              <a:prstGeom prst="blockArc">
                <a:avLst>
                  <a:gd name="adj1" fmla="val 10800000"/>
                  <a:gd name="adj2" fmla="val 93824"/>
                  <a:gd name="adj3" fmla="val 19896"/>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grpSp>
        <p:nvGrpSpPr>
          <p:cNvPr id="800" name="Google Shape;800;p63"/>
          <p:cNvGrpSpPr/>
          <p:nvPr/>
        </p:nvGrpSpPr>
        <p:grpSpPr>
          <a:xfrm>
            <a:off x="2" y="156617"/>
            <a:ext cx="9054876" cy="5024066"/>
            <a:chOff x="2" y="156617"/>
            <a:chExt cx="9054876" cy="5024066"/>
          </a:xfrm>
        </p:grpSpPr>
        <p:grpSp>
          <p:nvGrpSpPr>
            <p:cNvPr id="801" name="Google Shape;801;p63"/>
            <p:cNvGrpSpPr/>
            <p:nvPr/>
          </p:nvGrpSpPr>
          <p:grpSpPr>
            <a:xfrm>
              <a:off x="8206512" y="4230524"/>
              <a:ext cx="848365" cy="950159"/>
              <a:chOff x="41662" y="277999"/>
              <a:chExt cx="848365" cy="950159"/>
            </a:xfrm>
          </p:grpSpPr>
          <p:pic>
            <p:nvPicPr>
              <p:cNvPr id="802" name="Google Shape;802;p63"/>
              <p:cNvPicPr preferRelativeResize="0"/>
              <p:nvPr/>
            </p:nvPicPr>
            <p:blipFill>
              <a:blip r:embed="rId3">
                <a:alphaModFix/>
              </a:blip>
              <a:stretch>
                <a:fillRect/>
              </a:stretch>
            </p:blipFill>
            <p:spPr>
              <a:xfrm rot="-1083129" flipH="1">
                <a:off x="101303" y="652430"/>
                <a:ext cx="646323" cy="487587"/>
              </a:xfrm>
              <a:prstGeom prst="rect">
                <a:avLst/>
              </a:prstGeom>
              <a:noFill/>
              <a:ln>
                <a:noFill/>
              </a:ln>
              <a:effectLst>
                <a:outerShdw blurRad="57150" dist="19050" dir="5400000" algn="bl" rotWithShape="0">
                  <a:schemeClr val="dk1">
                    <a:alpha val="50000"/>
                  </a:schemeClr>
                </a:outerShdw>
              </a:effectLst>
            </p:spPr>
          </p:pic>
          <p:pic>
            <p:nvPicPr>
              <p:cNvPr id="803" name="Google Shape;803;p63"/>
              <p:cNvPicPr preferRelativeResize="0"/>
              <p:nvPr/>
            </p:nvPicPr>
            <p:blipFill>
              <a:blip r:embed="rId3">
                <a:alphaModFix/>
              </a:blip>
              <a:stretch>
                <a:fillRect/>
              </a:stretch>
            </p:blipFill>
            <p:spPr>
              <a:xfrm rot="-5826171" flipH="1">
                <a:off x="570466" y="412512"/>
                <a:ext cx="341359" cy="257531"/>
              </a:xfrm>
              <a:prstGeom prst="rect">
                <a:avLst/>
              </a:prstGeom>
              <a:noFill/>
              <a:ln>
                <a:noFill/>
              </a:ln>
              <a:effectLst>
                <a:outerShdw blurRad="57150" dist="19050" dir="5400000" algn="bl" rotWithShape="0">
                  <a:schemeClr val="dk1">
                    <a:alpha val="50000"/>
                  </a:schemeClr>
                </a:outerShdw>
              </a:effectLst>
            </p:spPr>
          </p:pic>
          <p:pic>
            <p:nvPicPr>
              <p:cNvPr id="804" name="Google Shape;804;p63"/>
              <p:cNvPicPr preferRelativeResize="0"/>
              <p:nvPr/>
            </p:nvPicPr>
            <p:blipFill>
              <a:blip r:embed="rId4">
                <a:alphaModFix/>
              </a:blip>
              <a:stretch>
                <a:fillRect/>
              </a:stretch>
            </p:blipFill>
            <p:spPr>
              <a:xfrm rot="-8300824" flipH="1">
                <a:off x="200914" y="402080"/>
                <a:ext cx="447091" cy="193739"/>
              </a:xfrm>
              <a:prstGeom prst="rect">
                <a:avLst/>
              </a:prstGeom>
              <a:noFill/>
              <a:ln>
                <a:noFill/>
              </a:ln>
              <a:effectLst>
                <a:outerShdw blurRad="57150" dist="19050" dir="5400000" algn="bl" rotWithShape="0">
                  <a:schemeClr val="dk1">
                    <a:alpha val="50000"/>
                  </a:schemeClr>
                </a:outerShdw>
              </a:effectLst>
            </p:spPr>
          </p:pic>
        </p:grpSp>
        <p:grpSp>
          <p:nvGrpSpPr>
            <p:cNvPr id="805" name="Google Shape;805;p63"/>
            <p:cNvGrpSpPr/>
            <p:nvPr/>
          </p:nvGrpSpPr>
          <p:grpSpPr>
            <a:xfrm>
              <a:off x="2" y="156617"/>
              <a:ext cx="719987" cy="944360"/>
              <a:chOff x="2" y="156617"/>
              <a:chExt cx="719987" cy="944360"/>
            </a:xfrm>
          </p:grpSpPr>
          <p:pic>
            <p:nvPicPr>
              <p:cNvPr id="806" name="Google Shape;806;p63"/>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807" name="Google Shape;807;p63"/>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sp>
        <p:nvSpPr>
          <p:cNvPr id="808" name="Google Shape;808;p63"/>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809"/>
        <p:cNvGrpSpPr/>
        <p:nvPr/>
      </p:nvGrpSpPr>
      <p:grpSpPr>
        <a:xfrm>
          <a:off x="0" y="0"/>
          <a:ext cx="0" cy="0"/>
          <a:chOff x="0" y="0"/>
          <a:chExt cx="0" cy="0"/>
        </a:xfrm>
      </p:grpSpPr>
      <p:pic>
        <p:nvPicPr>
          <p:cNvPr id="810" name="Google Shape;810;p64"/>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811" name="Google Shape;811;p64"/>
          <p:cNvGrpSpPr/>
          <p:nvPr/>
        </p:nvGrpSpPr>
        <p:grpSpPr>
          <a:xfrm>
            <a:off x="5129400" y="0"/>
            <a:ext cx="4520100" cy="5547325"/>
            <a:chOff x="5129400" y="0"/>
            <a:chExt cx="4520100" cy="5547325"/>
          </a:xfrm>
        </p:grpSpPr>
        <p:sp>
          <p:nvSpPr>
            <p:cNvPr id="812" name="Google Shape;812;p64"/>
            <p:cNvSpPr/>
            <p:nvPr/>
          </p:nvSpPr>
          <p:spPr>
            <a:xfrm rot="-5400000" flipH="1">
              <a:off x="6729150" y="3132475"/>
              <a:ext cx="8151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813" name="Google Shape;813;p64"/>
            <p:cNvSpPr/>
            <p:nvPr/>
          </p:nvSpPr>
          <p:spPr>
            <a:xfrm rot="10800000" flipH="1">
              <a:off x="8648400" y="0"/>
              <a:ext cx="1001100" cy="2325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814" name="Google Shape;814;p64"/>
          <p:cNvGrpSpPr/>
          <p:nvPr/>
        </p:nvGrpSpPr>
        <p:grpSpPr>
          <a:xfrm>
            <a:off x="2" y="156617"/>
            <a:ext cx="9088698" cy="4882915"/>
            <a:chOff x="2" y="156617"/>
            <a:chExt cx="9088698" cy="4882915"/>
          </a:xfrm>
        </p:grpSpPr>
        <p:grpSp>
          <p:nvGrpSpPr>
            <p:cNvPr id="815" name="Google Shape;815;p64"/>
            <p:cNvGrpSpPr/>
            <p:nvPr/>
          </p:nvGrpSpPr>
          <p:grpSpPr>
            <a:xfrm>
              <a:off x="2" y="156617"/>
              <a:ext cx="719987" cy="944360"/>
              <a:chOff x="2" y="156617"/>
              <a:chExt cx="719987" cy="944360"/>
            </a:xfrm>
          </p:grpSpPr>
          <p:pic>
            <p:nvPicPr>
              <p:cNvPr id="816" name="Google Shape;816;p64"/>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817" name="Google Shape;817;p64"/>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nvGrpSpPr>
            <p:cNvPr id="818" name="Google Shape;818;p64"/>
            <p:cNvGrpSpPr/>
            <p:nvPr/>
          </p:nvGrpSpPr>
          <p:grpSpPr>
            <a:xfrm>
              <a:off x="7986262" y="4462366"/>
              <a:ext cx="1102438" cy="577167"/>
              <a:chOff x="359837" y="4401391"/>
              <a:chExt cx="1102438" cy="577167"/>
            </a:xfrm>
          </p:grpSpPr>
          <p:pic>
            <p:nvPicPr>
              <p:cNvPr id="819" name="Google Shape;819;p64"/>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820" name="Google Shape;820;p64"/>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sp>
        <p:nvSpPr>
          <p:cNvPr id="821" name="Google Shape;821;p6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822" name="Google Shape;822;p64"/>
          <p:cNvSpPr txBox="1">
            <a:spLocks noGrp="1"/>
          </p:cNvSpPr>
          <p:nvPr>
            <p:ph type="subTitle" idx="1"/>
          </p:nvPr>
        </p:nvSpPr>
        <p:spPr>
          <a:xfrm>
            <a:off x="2110300" y="1995300"/>
            <a:ext cx="2237700" cy="6654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823" name="Google Shape;823;p64"/>
          <p:cNvSpPr txBox="1">
            <a:spLocks noGrp="1"/>
          </p:cNvSpPr>
          <p:nvPr>
            <p:ph type="subTitle" idx="2"/>
          </p:nvPr>
        </p:nvSpPr>
        <p:spPr>
          <a:xfrm>
            <a:off x="5910410" y="1995300"/>
            <a:ext cx="2237700" cy="6654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824" name="Google Shape;824;p64"/>
          <p:cNvSpPr txBox="1">
            <a:spLocks noGrp="1"/>
          </p:cNvSpPr>
          <p:nvPr>
            <p:ph type="subTitle" idx="3"/>
          </p:nvPr>
        </p:nvSpPr>
        <p:spPr>
          <a:xfrm>
            <a:off x="2110300" y="3624532"/>
            <a:ext cx="2237700" cy="6654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825" name="Google Shape;825;p64"/>
          <p:cNvSpPr txBox="1">
            <a:spLocks noGrp="1"/>
          </p:cNvSpPr>
          <p:nvPr>
            <p:ph type="subTitle" idx="4"/>
          </p:nvPr>
        </p:nvSpPr>
        <p:spPr>
          <a:xfrm>
            <a:off x="5910410" y="3624532"/>
            <a:ext cx="2237700" cy="6654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826" name="Google Shape;826;p64"/>
          <p:cNvSpPr txBox="1">
            <a:spLocks noGrp="1"/>
          </p:cNvSpPr>
          <p:nvPr>
            <p:ph type="subTitle" idx="5"/>
          </p:nvPr>
        </p:nvSpPr>
        <p:spPr>
          <a:xfrm>
            <a:off x="2110300" y="1565900"/>
            <a:ext cx="2237700" cy="5055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827" name="Google Shape;827;p64"/>
          <p:cNvSpPr txBox="1">
            <a:spLocks noGrp="1"/>
          </p:cNvSpPr>
          <p:nvPr>
            <p:ph type="subTitle" idx="6"/>
          </p:nvPr>
        </p:nvSpPr>
        <p:spPr>
          <a:xfrm>
            <a:off x="2110300" y="3195232"/>
            <a:ext cx="2237700" cy="5055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828" name="Google Shape;828;p64"/>
          <p:cNvSpPr txBox="1">
            <a:spLocks noGrp="1"/>
          </p:cNvSpPr>
          <p:nvPr>
            <p:ph type="subTitle" idx="7"/>
          </p:nvPr>
        </p:nvSpPr>
        <p:spPr>
          <a:xfrm>
            <a:off x="5910406" y="1565900"/>
            <a:ext cx="2237700" cy="5055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829" name="Google Shape;829;p64"/>
          <p:cNvSpPr txBox="1">
            <a:spLocks noGrp="1"/>
          </p:cNvSpPr>
          <p:nvPr>
            <p:ph type="subTitle" idx="8"/>
          </p:nvPr>
        </p:nvSpPr>
        <p:spPr>
          <a:xfrm>
            <a:off x="5910406" y="3195232"/>
            <a:ext cx="2237700" cy="5055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830" name="Google Shape;830;p64"/>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and five columns">
  <p:cSld name="CUSTOM_7_1">
    <p:spTree>
      <p:nvGrpSpPr>
        <p:cNvPr id="1" name="Shape 831"/>
        <p:cNvGrpSpPr/>
        <p:nvPr/>
      </p:nvGrpSpPr>
      <p:grpSpPr>
        <a:xfrm>
          <a:off x="0" y="0"/>
          <a:ext cx="0" cy="0"/>
          <a:chOff x="0" y="0"/>
          <a:chExt cx="0" cy="0"/>
        </a:xfrm>
      </p:grpSpPr>
      <p:pic>
        <p:nvPicPr>
          <p:cNvPr id="832" name="Google Shape;832;p65"/>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833" name="Google Shape;833;p6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834" name="Google Shape;834;p65"/>
          <p:cNvSpPr txBox="1">
            <a:spLocks noGrp="1"/>
          </p:cNvSpPr>
          <p:nvPr>
            <p:ph type="subTitle" idx="1"/>
          </p:nvPr>
        </p:nvSpPr>
        <p:spPr>
          <a:xfrm>
            <a:off x="1108627" y="2149200"/>
            <a:ext cx="19860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35" name="Google Shape;835;p65"/>
          <p:cNvSpPr txBox="1">
            <a:spLocks noGrp="1"/>
          </p:cNvSpPr>
          <p:nvPr>
            <p:ph type="subTitle" idx="2"/>
          </p:nvPr>
        </p:nvSpPr>
        <p:spPr>
          <a:xfrm>
            <a:off x="3579000" y="2149200"/>
            <a:ext cx="19860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36" name="Google Shape;836;p65"/>
          <p:cNvSpPr txBox="1">
            <a:spLocks noGrp="1"/>
          </p:cNvSpPr>
          <p:nvPr>
            <p:ph type="subTitle" idx="3"/>
          </p:nvPr>
        </p:nvSpPr>
        <p:spPr>
          <a:xfrm>
            <a:off x="2191413" y="3579425"/>
            <a:ext cx="19860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37" name="Google Shape;837;p65"/>
          <p:cNvSpPr txBox="1">
            <a:spLocks noGrp="1"/>
          </p:cNvSpPr>
          <p:nvPr>
            <p:ph type="subTitle" idx="4"/>
          </p:nvPr>
        </p:nvSpPr>
        <p:spPr>
          <a:xfrm>
            <a:off x="6049373" y="2149200"/>
            <a:ext cx="19860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38" name="Google Shape;838;p65"/>
          <p:cNvSpPr txBox="1">
            <a:spLocks noGrp="1"/>
          </p:cNvSpPr>
          <p:nvPr>
            <p:ph type="subTitle" idx="5"/>
          </p:nvPr>
        </p:nvSpPr>
        <p:spPr>
          <a:xfrm>
            <a:off x="4966587" y="3579425"/>
            <a:ext cx="19860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39" name="Google Shape;839;p65"/>
          <p:cNvSpPr txBox="1">
            <a:spLocks noGrp="1"/>
          </p:cNvSpPr>
          <p:nvPr>
            <p:ph type="subTitle" idx="6"/>
          </p:nvPr>
        </p:nvSpPr>
        <p:spPr>
          <a:xfrm>
            <a:off x="1109527" y="1656599"/>
            <a:ext cx="19842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840" name="Google Shape;840;p65"/>
          <p:cNvSpPr txBox="1">
            <a:spLocks noGrp="1"/>
          </p:cNvSpPr>
          <p:nvPr>
            <p:ph type="subTitle" idx="7"/>
          </p:nvPr>
        </p:nvSpPr>
        <p:spPr>
          <a:xfrm>
            <a:off x="3579900" y="1656599"/>
            <a:ext cx="19842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841" name="Google Shape;841;p65"/>
          <p:cNvSpPr txBox="1">
            <a:spLocks noGrp="1"/>
          </p:cNvSpPr>
          <p:nvPr>
            <p:ph type="subTitle" idx="8"/>
          </p:nvPr>
        </p:nvSpPr>
        <p:spPr>
          <a:xfrm>
            <a:off x="6050273" y="1656599"/>
            <a:ext cx="19842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842" name="Google Shape;842;p65"/>
          <p:cNvSpPr txBox="1">
            <a:spLocks noGrp="1"/>
          </p:cNvSpPr>
          <p:nvPr>
            <p:ph type="subTitle" idx="9"/>
          </p:nvPr>
        </p:nvSpPr>
        <p:spPr>
          <a:xfrm>
            <a:off x="2192313" y="3086800"/>
            <a:ext cx="19842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843" name="Google Shape;843;p65"/>
          <p:cNvSpPr txBox="1">
            <a:spLocks noGrp="1"/>
          </p:cNvSpPr>
          <p:nvPr>
            <p:ph type="subTitle" idx="13"/>
          </p:nvPr>
        </p:nvSpPr>
        <p:spPr>
          <a:xfrm>
            <a:off x="4967487" y="3086800"/>
            <a:ext cx="19842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grpSp>
        <p:nvGrpSpPr>
          <p:cNvPr id="844" name="Google Shape;844;p65"/>
          <p:cNvGrpSpPr/>
          <p:nvPr/>
        </p:nvGrpSpPr>
        <p:grpSpPr>
          <a:xfrm>
            <a:off x="2" y="156617"/>
            <a:ext cx="719987" cy="944360"/>
            <a:chOff x="2" y="156617"/>
            <a:chExt cx="719987" cy="944360"/>
          </a:xfrm>
        </p:grpSpPr>
        <p:pic>
          <p:nvPicPr>
            <p:cNvPr id="845" name="Google Shape;845;p65"/>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846" name="Google Shape;846;p65"/>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nvGrpSpPr>
          <p:cNvPr id="847" name="Google Shape;847;p65"/>
          <p:cNvGrpSpPr/>
          <p:nvPr/>
        </p:nvGrpSpPr>
        <p:grpSpPr>
          <a:xfrm>
            <a:off x="0" y="2817900"/>
            <a:ext cx="9640900" cy="2932900"/>
            <a:chOff x="0" y="2817900"/>
            <a:chExt cx="9640900" cy="2932900"/>
          </a:xfrm>
        </p:grpSpPr>
        <p:sp>
          <p:nvSpPr>
            <p:cNvPr id="848" name="Google Shape;848;p65"/>
            <p:cNvSpPr/>
            <p:nvPr/>
          </p:nvSpPr>
          <p:spPr>
            <a:xfrm rot="5400000">
              <a:off x="1599750" y="3132475"/>
              <a:ext cx="8151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849" name="Google Shape;849;p65"/>
            <p:cNvSpPr/>
            <p:nvPr/>
          </p:nvSpPr>
          <p:spPr>
            <a:xfrm flipH="1">
              <a:off x="110675" y="4545700"/>
              <a:ext cx="1205100" cy="1205100"/>
            </a:xfrm>
            <a:prstGeom prst="blockArc">
              <a:avLst>
                <a:gd name="adj1" fmla="val 10800000"/>
                <a:gd name="adj2" fmla="val 93824"/>
                <a:gd name="adj3" fmla="val 19896"/>
              </a:avLst>
            </a:prstGeom>
            <a:solidFill>
              <a:srgbClr val="B3BB7B">
                <a:alpha val="5157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850" name="Google Shape;850;p65"/>
            <p:cNvSpPr/>
            <p:nvPr/>
          </p:nvSpPr>
          <p:spPr>
            <a:xfrm flipH="1">
              <a:off x="8639800" y="2817900"/>
              <a:ext cx="1001100" cy="2325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851" name="Google Shape;851;p65"/>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852"/>
        <p:cNvGrpSpPr/>
        <p:nvPr/>
      </p:nvGrpSpPr>
      <p:grpSpPr>
        <a:xfrm>
          <a:off x="0" y="0"/>
          <a:ext cx="0" cy="0"/>
          <a:chOff x="0" y="0"/>
          <a:chExt cx="0" cy="0"/>
        </a:xfrm>
      </p:grpSpPr>
      <p:pic>
        <p:nvPicPr>
          <p:cNvPr id="853" name="Google Shape;853;p66"/>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854" name="Google Shape;854;p6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855" name="Google Shape;855;p66"/>
          <p:cNvSpPr txBox="1">
            <a:spLocks noGrp="1"/>
          </p:cNvSpPr>
          <p:nvPr>
            <p:ph type="subTitle" idx="1"/>
          </p:nvPr>
        </p:nvSpPr>
        <p:spPr>
          <a:xfrm>
            <a:off x="719954" y="2149201"/>
            <a:ext cx="22089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56" name="Google Shape;856;p66"/>
          <p:cNvSpPr txBox="1">
            <a:spLocks noGrp="1"/>
          </p:cNvSpPr>
          <p:nvPr>
            <p:ph type="subTitle" idx="2"/>
          </p:nvPr>
        </p:nvSpPr>
        <p:spPr>
          <a:xfrm>
            <a:off x="3467550" y="2149201"/>
            <a:ext cx="22089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57" name="Google Shape;857;p66"/>
          <p:cNvSpPr txBox="1">
            <a:spLocks noGrp="1"/>
          </p:cNvSpPr>
          <p:nvPr>
            <p:ph type="subTitle" idx="3"/>
          </p:nvPr>
        </p:nvSpPr>
        <p:spPr>
          <a:xfrm>
            <a:off x="719954" y="3579425"/>
            <a:ext cx="22089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58" name="Google Shape;858;p66"/>
          <p:cNvSpPr txBox="1">
            <a:spLocks noGrp="1"/>
          </p:cNvSpPr>
          <p:nvPr>
            <p:ph type="subTitle" idx="4"/>
          </p:nvPr>
        </p:nvSpPr>
        <p:spPr>
          <a:xfrm>
            <a:off x="3467550" y="3579425"/>
            <a:ext cx="22089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59" name="Google Shape;859;p66"/>
          <p:cNvSpPr txBox="1">
            <a:spLocks noGrp="1"/>
          </p:cNvSpPr>
          <p:nvPr>
            <p:ph type="subTitle" idx="5"/>
          </p:nvPr>
        </p:nvSpPr>
        <p:spPr>
          <a:xfrm>
            <a:off x="6215146" y="2149201"/>
            <a:ext cx="22089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60" name="Google Shape;860;p66"/>
          <p:cNvSpPr txBox="1">
            <a:spLocks noGrp="1"/>
          </p:cNvSpPr>
          <p:nvPr>
            <p:ph type="subTitle" idx="6"/>
          </p:nvPr>
        </p:nvSpPr>
        <p:spPr>
          <a:xfrm>
            <a:off x="6215146" y="3579425"/>
            <a:ext cx="22089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61" name="Google Shape;861;p66"/>
          <p:cNvSpPr txBox="1">
            <a:spLocks noGrp="1"/>
          </p:cNvSpPr>
          <p:nvPr>
            <p:ph type="subTitle" idx="7"/>
          </p:nvPr>
        </p:nvSpPr>
        <p:spPr>
          <a:xfrm>
            <a:off x="720955" y="1656600"/>
            <a:ext cx="22071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862" name="Google Shape;862;p66"/>
          <p:cNvSpPr txBox="1">
            <a:spLocks noGrp="1"/>
          </p:cNvSpPr>
          <p:nvPr>
            <p:ph type="subTitle" idx="8"/>
          </p:nvPr>
        </p:nvSpPr>
        <p:spPr>
          <a:xfrm>
            <a:off x="3468551" y="1656600"/>
            <a:ext cx="22071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863" name="Google Shape;863;p66"/>
          <p:cNvSpPr txBox="1">
            <a:spLocks noGrp="1"/>
          </p:cNvSpPr>
          <p:nvPr>
            <p:ph type="subTitle" idx="9"/>
          </p:nvPr>
        </p:nvSpPr>
        <p:spPr>
          <a:xfrm>
            <a:off x="6216147" y="1656600"/>
            <a:ext cx="22071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864" name="Google Shape;864;p66"/>
          <p:cNvSpPr txBox="1">
            <a:spLocks noGrp="1"/>
          </p:cNvSpPr>
          <p:nvPr>
            <p:ph type="subTitle" idx="13"/>
          </p:nvPr>
        </p:nvSpPr>
        <p:spPr>
          <a:xfrm>
            <a:off x="720955" y="3086800"/>
            <a:ext cx="22071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865" name="Google Shape;865;p66"/>
          <p:cNvSpPr txBox="1">
            <a:spLocks noGrp="1"/>
          </p:cNvSpPr>
          <p:nvPr>
            <p:ph type="subTitle" idx="14"/>
          </p:nvPr>
        </p:nvSpPr>
        <p:spPr>
          <a:xfrm>
            <a:off x="3468551" y="3086800"/>
            <a:ext cx="22071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866" name="Google Shape;866;p66"/>
          <p:cNvSpPr txBox="1">
            <a:spLocks noGrp="1"/>
          </p:cNvSpPr>
          <p:nvPr>
            <p:ph type="subTitle" idx="15"/>
          </p:nvPr>
        </p:nvSpPr>
        <p:spPr>
          <a:xfrm>
            <a:off x="6216147" y="3086800"/>
            <a:ext cx="22071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grpSp>
        <p:nvGrpSpPr>
          <p:cNvPr id="867" name="Google Shape;867;p66"/>
          <p:cNvGrpSpPr/>
          <p:nvPr/>
        </p:nvGrpSpPr>
        <p:grpSpPr>
          <a:xfrm>
            <a:off x="-501600" y="128825"/>
            <a:ext cx="10252550" cy="5418500"/>
            <a:chOff x="-501600" y="128825"/>
            <a:chExt cx="10252550" cy="5418500"/>
          </a:xfrm>
        </p:grpSpPr>
        <p:sp>
          <p:nvSpPr>
            <p:cNvPr id="868" name="Google Shape;868;p66"/>
            <p:cNvSpPr/>
            <p:nvPr/>
          </p:nvSpPr>
          <p:spPr>
            <a:xfrm rot="-5400000" flipH="1">
              <a:off x="6729150" y="3132475"/>
              <a:ext cx="8151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869" name="Google Shape;869;p66"/>
            <p:cNvSpPr/>
            <p:nvPr/>
          </p:nvSpPr>
          <p:spPr>
            <a:xfrm rot="-5400000" flipH="1">
              <a:off x="8545850" y="128825"/>
              <a:ext cx="1205100" cy="1205100"/>
            </a:xfrm>
            <a:prstGeom prst="blockArc">
              <a:avLst>
                <a:gd name="adj1" fmla="val 10800000"/>
                <a:gd name="adj2" fmla="val 93824"/>
                <a:gd name="adj3" fmla="val 198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870" name="Google Shape;870;p66"/>
            <p:cNvSpPr/>
            <p:nvPr/>
          </p:nvSpPr>
          <p:spPr>
            <a:xfrm flipH="1">
              <a:off x="-501600" y="2817900"/>
              <a:ext cx="1001100" cy="2325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871" name="Google Shape;871;p66"/>
          <p:cNvGrpSpPr/>
          <p:nvPr/>
        </p:nvGrpSpPr>
        <p:grpSpPr>
          <a:xfrm>
            <a:off x="2" y="156617"/>
            <a:ext cx="9088698" cy="4882915"/>
            <a:chOff x="2" y="156617"/>
            <a:chExt cx="9088698" cy="4882915"/>
          </a:xfrm>
        </p:grpSpPr>
        <p:grpSp>
          <p:nvGrpSpPr>
            <p:cNvPr id="872" name="Google Shape;872;p66"/>
            <p:cNvGrpSpPr/>
            <p:nvPr/>
          </p:nvGrpSpPr>
          <p:grpSpPr>
            <a:xfrm>
              <a:off x="2" y="156617"/>
              <a:ext cx="719987" cy="944360"/>
              <a:chOff x="2" y="156617"/>
              <a:chExt cx="719987" cy="944360"/>
            </a:xfrm>
          </p:grpSpPr>
          <p:pic>
            <p:nvPicPr>
              <p:cNvPr id="873" name="Google Shape;873;p66"/>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874" name="Google Shape;874;p66"/>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nvGrpSpPr>
            <p:cNvPr id="875" name="Google Shape;875;p66"/>
            <p:cNvGrpSpPr/>
            <p:nvPr/>
          </p:nvGrpSpPr>
          <p:grpSpPr>
            <a:xfrm>
              <a:off x="7986262" y="4462366"/>
              <a:ext cx="1102438" cy="577167"/>
              <a:chOff x="359837" y="4401391"/>
              <a:chExt cx="1102438" cy="577167"/>
            </a:xfrm>
          </p:grpSpPr>
          <p:pic>
            <p:nvPicPr>
              <p:cNvPr id="876" name="Google Shape;876;p66"/>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877" name="Google Shape;877;p66"/>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sp>
        <p:nvSpPr>
          <p:cNvPr id="878" name="Google Shape;878;p66"/>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879"/>
        <p:cNvGrpSpPr/>
        <p:nvPr/>
      </p:nvGrpSpPr>
      <p:grpSpPr>
        <a:xfrm>
          <a:off x="0" y="0"/>
          <a:ext cx="0" cy="0"/>
          <a:chOff x="0" y="0"/>
          <a:chExt cx="0" cy="0"/>
        </a:xfrm>
      </p:grpSpPr>
      <p:pic>
        <p:nvPicPr>
          <p:cNvPr id="880" name="Google Shape;880;p67"/>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881" name="Google Shape;881;p6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grpSp>
        <p:nvGrpSpPr>
          <p:cNvPr id="882" name="Google Shape;882;p67"/>
          <p:cNvGrpSpPr/>
          <p:nvPr/>
        </p:nvGrpSpPr>
        <p:grpSpPr>
          <a:xfrm>
            <a:off x="2" y="156617"/>
            <a:ext cx="719987" cy="944360"/>
            <a:chOff x="2" y="156617"/>
            <a:chExt cx="719987" cy="944360"/>
          </a:xfrm>
        </p:grpSpPr>
        <p:pic>
          <p:nvPicPr>
            <p:cNvPr id="883" name="Google Shape;883;p67"/>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884" name="Google Shape;884;p67"/>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nvGrpSpPr>
          <p:cNvPr id="885" name="Google Shape;885;p67"/>
          <p:cNvGrpSpPr/>
          <p:nvPr/>
        </p:nvGrpSpPr>
        <p:grpSpPr>
          <a:xfrm>
            <a:off x="0" y="0"/>
            <a:ext cx="9569050" cy="5569647"/>
            <a:chOff x="0" y="0"/>
            <a:chExt cx="9569050" cy="5569647"/>
          </a:xfrm>
        </p:grpSpPr>
        <p:sp>
          <p:nvSpPr>
            <p:cNvPr id="886" name="Google Shape;886;p67"/>
            <p:cNvSpPr/>
            <p:nvPr/>
          </p:nvSpPr>
          <p:spPr>
            <a:xfrm rot="5400000">
              <a:off x="1593450" y="3148497"/>
              <a:ext cx="8277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887" name="Google Shape;887;p67"/>
            <p:cNvSpPr/>
            <p:nvPr/>
          </p:nvSpPr>
          <p:spPr>
            <a:xfrm rot="10800000">
              <a:off x="8741350" y="0"/>
              <a:ext cx="827700" cy="23787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888" name="Google Shape;888;p67"/>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itle only 2">
  <p:cSld name="TITLE_ONLY_1_1">
    <p:spTree>
      <p:nvGrpSpPr>
        <p:cNvPr id="1" name="Shape 889"/>
        <p:cNvGrpSpPr/>
        <p:nvPr/>
      </p:nvGrpSpPr>
      <p:grpSpPr>
        <a:xfrm>
          <a:off x="0" y="0"/>
          <a:ext cx="0" cy="0"/>
          <a:chOff x="0" y="0"/>
          <a:chExt cx="0" cy="0"/>
        </a:xfrm>
      </p:grpSpPr>
      <p:pic>
        <p:nvPicPr>
          <p:cNvPr id="890" name="Google Shape;890;p68"/>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891" name="Google Shape;891;p6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grpSp>
        <p:nvGrpSpPr>
          <p:cNvPr id="892" name="Google Shape;892;p68"/>
          <p:cNvGrpSpPr/>
          <p:nvPr/>
        </p:nvGrpSpPr>
        <p:grpSpPr>
          <a:xfrm>
            <a:off x="2" y="156617"/>
            <a:ext cx="719987" cy="944360"/>
            <a:chOff x="2" y="156617"/>
            <a:chExt cx="719987" cy="944360"/>
          </a:xfrm>
        </p:grpSpPr>
        <p:pic>
          <p:nvPicPr>
            <p:cNvPr id="893" name="Google Shape;893;p68"/>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894" name="Google Shape;894;p68"/>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nvGrpSpPr>
          <p:cNvPr id="895" name="Google Shape;895;p68"/>
          <p:cNvGrpSpPr/>
          <p:nvPr/>
        </p:nvGrpSpPr>
        <p:grpSpPr>
          <a:xfrm>
            <a:off x="0" y="0"/>
            <a:ext cx="9569050" cy="5569647"/>
            <a:chOff x="0" y="0"/>
            <a:chExt cx="9569050" cy="5569647"/>
          </a:xfrm>
        </p:grpSpPr>
        <p:sp>
          <p:nvSpPr>
            <p:cNvPr id="896" name="Google Shape;896;p68"/>
            <p:cNvSpPr/>
            <p:nvPr/>
          </p:nvSpPr>
          <p:spPr>
            <a:xfrm rot="5400000">
              <a:off x="1593450" y="3148497"/>
              <a:ext cx="8277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897" name="Google Shape;897;p68"/>
            <p:cNvSpPr/>
            <p:nvPr/>
          </p:nvSpPr>
          <p:spPr>
            <a:xfrm rot="10800000">
              <a:off x="8741350" y="0"/>
              <a:ext cx="827700" cy="23787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898" name="Google Shape;898;p68"/>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899"/>
        <p:cNvGrpSpPr/>
        <p:nvPr/>
      </p:nvGrpSpPr>
      <p:grpSpPr>
        <a:xfrm>
          <a:off x="0" y="0"/>
          <a:ext cx="0" cy="0"/>
          <a:chOff x="0" y="0"/>
          <a:chExt cx="0" cy="0"/>
        </a:xfrm>
      </p:grpSpPr>
      <p:pic>
        <p:nvPicPr>
          <p:cNvPr id="900" name="Google Shape;900;p69"/>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901" name="Google Shape;901;p69"/>
          <p:cNvSpPr txBox="1">
            <a:spLocks noGrp="1"/>
          </p:cNvSpPr>
          <p:nvPr>
            <p:ph type="title" hasCustomPrompt="1"/>
          </p:nvPr>
        </p:nvSpPr>
        <p:spPr>
          <a:xfrm>
            <a:off x="2223600" y="615701"/>
            <a:ext cx="4696800" cy="637500"/>
          </a:xfrm>
          <a:prstGeom prst="rect">
            <a:avLst/>
          </a:prstGeom>
          <a:noFill/>
        </p:spPr>
        <p:txBody>
          <a:bodyPr spcFirstLastPara="1" wrap="square" lIns="91425" tIns="91425" rIns="91425" bIns="91425" anchor="b" anchorCtr="0">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902" name="Google Shape;902;p69"/>
          <p:cNvSpPr txBox="1">
            <a:spLocks noGrp="1"/>
          </p:cNvSpPr>
          <p:nvPr>
            <p:ph type="subTitle" idx="1"/>
          </p:nvPr>
        </p:nvSpPr>
        <p:spPr>
          <a:xfrm>
            <a:off x="2223600" y="1097025"/>
            <a:ext cx="4696800" cy="3981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903" name="Google Shape;903;p69"/>
          <p:cNvSpPr txBox="1">
            <a:spLocks noGrp="1"/>
          </p:cNvSpPr>
          <p:nvPr>
            <p:ph type="title" idx="2" hasCustomPrompt="1"/>
          </p:nvPr>
        </p:nvSpPr>
        <p:spPr>
          <a:xfrm>
            <a:off x="2223600" y="2170138"/>
            <a:ext cx="4696800" cy="637500"/>
          </a:xfrm>
          <a:prstGeom prst="rect">
            <a:avLst/>
          </a:prstGeom>
          <a:noFill/>
        </p:spPr>
        <p:txBody>
          <a:bodyPr spcFirstLastPara="1" wrap="square" lIns="91425" tIns="91425" rIns="91425" bIns="91425" anchor="b" anchorCtr="0">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904" name="Google Shape;904;p69"/>
          <p:cNvSpPr txBox="1">
            <a:spLocks noGrp="1"/>
          </p:cNvSpPr>
          <p:nvPr>
            <p:ph type="subTitle" idx="3"/>
          </p:nvPr>
        </p:nvSpPr>
        <p:spPr>
          <a:xfrm>
            <a:off x="2223600" y="2651461"/>
            <a:ext cx="4696800" cy="3981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905" name="Google Shape;905;p69"/>
          <p:cNvSpPr txBox="1">
            <a:spLocks noGrp="1"/>
          </p:cNvSpPr>
          <p:nvPr>
            <p:ph type="title" idx="4" hasCustomPrompt="1"/>
          </p:nvPr>
        </p:nvSpPr>
        <p:spPr>
          <a:xfrm>
            <a:off x="2223600" y="3724574"/>
            <a:ext cx="4696800" cy="637500"/>
          </a:xfrm>
          <a:prstGeom prst="rect">
            <a:avLst/>
          </a:prstGeom>
          <a:noFill/>
        </p:spPr>
        <p:txBody>
          <a:bodyPr spcFirstLastPara="1" wrap="square" lIns="91425" tIns="91425" rIns="91425" bIns="91425" anchor="b" anchorCtr="0">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906" name="Google Shape;906;p69"/>
          <p:cNvSpPr txBox="1">
            <a:spLocks noGrp="1"/>
          </p:cNvSpPr>
          <p:nvPr>
            <p:ph type="subTitle" idx="5"/>
          </p:nvPr>
        </p:nvSpPr>
        <p:spPr>
          <a:xfrm>
            <a:off x="2223600" y="4205896"/>
            <a:ext cx="4696800" cy="3981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endParaRPr/>
          </a:p>
        </p:txBody>
      </p:sp>
      <p:grpSp>
        <p:nvGrpSpPr>
          <p:cNvPr id="907" name="Google Shape;907;p69"/>
          <p:cNvGrpSpPr/>
          <p:nvPr/>
        </p:nvGrpSpPr>
        <p:grpSpPr>
          <a:xfrm>
            <a:off x="-601700" y="0"/>
            <a:ext cx="10705100" cy="4676150"/>
            <a:chOff x="-601700" y="0"/>
            <a:chExt cx="10705100" cy="4676150"/>
          </a:xfrm>
        </p:grpSpPr>
        <p:sp>
          <p:nvSpPr>
            <p:cNvPr id="908" name="Google Shape;908;p69"/>
            <p:cNvSpPr/>
            <p:nvPr/>
          </p:nvSpPr>
          <p:spPr>
            <a:xfrm rot="-5400000">
              <a:off x="8206500" y="2779250"/>
              <a:ext cx="1896900" cy="1896900"/>
            </a:xfrm>
            <a:prstGeom prst="blockArc">
              <a:avLst>
                <a:gd name="adj1" fmla="val 10800000"/>
                <a:gd name="adj2" fmla="val 21596677"/>
                <a:gd name="adj3" fmla="val 11819"/>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909" name="Google Shape;909;p69"/>
            <p:cNvGrpSpPr/>
            <p:nvPr/>
          </p:nvGrpSpPr>
          <p:grpSpPr>
            <a:xfrm rot="5400000">
              <a:off x="-2006450" y="1404750"/>
              <a:ext cx="4014600" cy="1205100"/>
              <a:chOff x="150" y="4543750"/>
              <a:chExt cx="4014600" cy="1205100"/>
            </a:xfrm>
          </p:grpSpPr>
          <p:sp>
            <p:nvSpPr>
              <p:cNvPr id="910" name="Google Shape;910;p69"/>
              <p:cNvSpPr/>
              <p:nvPr/>
            </p:nvSpPr>
            <p:spPr>
              <a:xfrm rot="5400000">
                <a:off x="1622250" y="3110125"/>
                <a:ext cx="7704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911" name="Google Shape;911;p69"/>
              <p:cNvSpPr/>
              <p:nvPr/>
            </p:nvSpPr>
            <p:spPr>
              <a:xfrm>
                <a:off x="2283875" y="4543750"/>
                <a:ext cx="1205100" cy="1205100"/>
              </a:xfrm>
              <a:prstGeom prst="blockArc">
                <a:avLst>
                  <a:gd name="adj1" fmla="val 10800000"/>
                  <a:gd name="adj2" fmla="val 93824"/>
                  <a:gd name="adj3" fmla="val 19896"/>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grpSp>
        <p:nvGrpSpPr>
          <p:cNvPr id="912" name="Google Shape;912;p69"/>
          <p:cNvGrpSpPr/>
          <p:nvPr/>
        </p:nvGrpSpPr>
        <p:grpSpPr>
          <a:xfrm>
            <a:off x="8206512" y="4230524"/>
            <a:ext cx="848365" cy="950159"/>
            <a:chOff x="41662" y="277999"/>
            <a:chExt cx="848365" cy="950159"/>
          </a:xfrm>
        </p:grpSpPr>
        <p:pic>
          <p:nvPicPr>
            <p:cNvPr id="913" name="Google Shape;913;p69"/>
            <p:cNvPicPr preferRelativeResize="0"/>
            <p:nvPr/>
          </p:nvPicPr>
          <p:blipFill>
            <a:blip r:embed="rId3">
              <a:alphaModFix/>
            </a:blip>
            <a:stretch>
              <a:fillRect/>
            </a:stretch>
          </p:blipFill>
          <p:spPr>
            <a:xfrm rot="-1083129" flipH="1">
              <a:off x="101303" y="652430"/>
              <a:ext cx="646323" cy="487587"/>
            </a:xfrm>
            <a:prstGeom prst="rect">
              <a:avLst/>
            </a:prstGeom>
            <a:noFill/>
            <a:ln>
              <a:noFill/>
            </a:ln>
            <a:effectLst>
              <a:outerShdw blurRad="57150" dist="19050" dir="5400000" algn="bl" rotWithShape="0">
                <a:schemeClr val="dk1">
                  <a:alpha val="50000"/>
                </a:schemeClr>
              </a:outerShdw>
            </a:effectLst>
          </p:spPr>
        </p:pic>
        <p:pic>
          <p:nvPicPr>
            <p:cNvPr id="914" name="Google Shape;914;p69"/>
            <p:cNvPicPr preferRelativeResize="0"/>
            <p:nvPr/>
          </p:nvPicPr>
          <p:blipFill>
            <a:blip r:embed="rId3">
              <a:alphaModFix/>
            </a:blip>
            <a:stretch>
              <a:fillRect/>
            </a:stretch>
          </p:blipFill>
          <p:spPr>
            <a:xfrm rot="-5826171" flipH="1">
              <a:off x="570466" y="412512"/>
              <a:ext cx="341359" cy="257531"/>
            </a:xfrm>
            <a:prstGeom prst="rect">
              <a:avLst/>
            </a:prstGeom>
            <a:noFill/>
            <a:ln>
              <a:noFill/>
            </a:ln>
            <a:effectLst>
              <a:outerShdw blurRad="57150" dist="19050" dir="5400000" algn="bl" rotWithShape="0">
                <a:schemeClr val="dk1">
                  <a:alpha val="50000"/>
                </a:schemeClr>
              </a:outerShdw>
            </a:effectLst>
          </p:spPr>
        </p:pic>
        <p:pic>
          <p:nvPicPr>
            <p:cNvPr id="915" name="Google Shape;915;p69"/>
            <p:cNvPicPr preferRelativeResize="0"/>
            <p:nvPr/>
          </p:nvPicPr>
          <p:blipFill>
            <a:blip r:embed="rId4">
              <a:alphaModFix/>
            </a:blip>
            <a:stretch>
              <a:fillRect/>
            </a:stretch>
          </p:blipFill>
          <p:spPr>
            <a:xfrm rot="-8300824" flipH="1">
              <a:off x="200914" y="402080"/>
              <a:ext cx="447091" cy="193739"/>
            </a:xfrm>
            <a:prstGeom prst="rect">
              <a:avLst/>
            </a:prstGeom>
            <a:noFill/>
            <a:ln>
              <a:noFill/>
            </a:ln>
            <a:effectLst>
              <a:outerShdw blurRad="57150" dist="19050" dir="5400000" algn="bl" rotWithShape="0">
                <a:schemeClr val="dk1">
                  <a:alpha val="50000"/>
                </a:schemeClr>
              </a:outerShdw>
            </a:effectLst>
          </p:spPr>
        </p:pic>
      </p:grpSp>
      <p:sp>
        <p:nvSpPr>
          <p:cNvPr id="916" name="Google Shape;916;p69"/>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917"/>
        <p:cNvGrpSpPr/>
        <p:nvPr/>
      </p:nvGrpSpPr>
      <p:grpSpPr>
        <a:xfrm>
          <a:off x="0" y="0"/>
          <a:ext cx="0" cy="0"/>
          <a:chOff x="0" y="0"/>
          <a:chExt cx="0" cy="0"/>
        </a:xfrm>
      </p:grpSpPr>
      <p:pic>
        <p:nvPicPr>
          <p:cNvPr id="918" name="Google Shape;918;p70"/>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919" name="Google Shape;919;p70"/>
          <p:cNvGrpSpPr/>
          <p:nvPr/>
        </p:nvGrpSpPr>
        <p:grpSpPr>
          <a:xfrm>
            <a:off x="-962824" y="-872075"/>
            <a:ext cx="10524450" cy="6436800"/>
            <a:chOff x="-962824" y="-872075"/>
            <a:chExt cx="10524450" cy="6436800"/>
          </a:xfrm>
        </p:grpSpPr>
        <p:sp>
          <p:nvSpPr>
            <p:cNvPr id="920" name="Google Shape;920;p70"/>
            <p:cNvSpPr/>
            <p:nvPr/>
          </p:nvSpPr>
          <p:spPr>
            <a:xfrm rot="10800000" flipH="1">
              <a:off x="8644826" y="0"/>
              <a:ext cx="916800" cy="2325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921" name="Google Shape;921;p70"/>
            <p:cNvGrpSpPr/>
            <p:nvPr/>
          </p:nvGrpSpPr>
          <p:grpSpPr>
            <a:xfrm flipH="1">
              <a:off x="502351" y="-872075"/>
              <a:ext cx="2489300" cy="1740000"/>
              <a:chOff x="6148925" y="-872075"/>
              <a:chExt cx="2489300" cy="1740000"/>
            </a:xfrm>
          </p:grpSpPr>
          <p:sp>
            <p:nvSpPr>
              <p:cNvPr id="922" name="Google Shape;922;p70"/>
              <p:cNvSpPr/>
              <p:nvPr/>
            </p:nvSpPr>
            <p:spPr>
              <a:xfrm>
                <a:off x="6898225" y="-872075"/>
                <a:ext cx="1740000" cy="1740000"/>
              </a:xfrm>
              <a:prstGeom prst="pie">
                <a:avLst>
                  <a:gd name="adj1" fmla="val 0"/>
                  <a:gd name="adj2" fmla="val 1080014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923" name="Google Shape;923;p70"/>
              <p:cNvSpPr/>
              <p:nvPr/>
            </p:nvSpPr>
            <p:spPr>
              <a:xfrm rot="10800000">
                <a:off x="6148925" y="-604625"/>
                <a:ext cx="1205100" cy="1205100"/>
              </a:xfrm>
              <a:prstGeom prst="blockArc">
                <a:avLst>
                  <a:gd name="adj1" fmla="val 10800000"/>
                  <a:gd name="adj2" fmla="val 108721"/>
                  <a:gd name="adj3" fmla="val 22117"/>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924" name="Google Shape;924;p70"/>
            <p:cNvSpPr/>
            <p:nvPr/>
          </p:nvSpPr>
          <p:spPr>
            <a:xfrm rot="-5400000" flipH="1">
              <a:off x="6716876" y="3141175"/>
              <a:ext cx="8325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925" name="Google Shape;925;p70"/>
            <p:cNvSpPr/>
            <p:nvPr/>
          </p:nvSpPr>
          <p:spPr>
            <a:xfrm rot="5400000" flipH="1">
              <a:off x="-962824" y="2779250"/>
              <a:ext cx="1896900" cy="1896900"/>
            </a:xfrm>
            <a:prstGeom prst="blockArc">
              <a:avLst>
                <a:gd name="adj1" fmla="val 10800000"/>
                <a:gd name="adj2" fmla="val 21539247"/>
                <a:gd name="adj3" fmla="val 17334"/>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926" name="Google Shape;926;p70"/>
          <p:cNvGrpSpPr/>
          <p:nvPr/>
        </p:nvGrpSpPr>
        <p:grpSpPr>
          <a:xfrm>
            <a:off x="-962825" y="81904"/>
            <a:ext cx="10251619" cy="5069347"/>
            <a:chOff x="-962825" y="81904"/>
            <a:chExt cx="10251619" cy="5069347"/>
          </a:xfrm>
        </p:grpSpPr>
        <p:pic>
          <p:nvPicPr>
            <p:cNvPr id="927" name="Google Shape;927;p70"/>
            <p:cNvPicPr preferRelativeResize="0"/>
            <p:nvPr/>
          </p:nvPicPr>
          <p:blipFill>
            <a:blip r:embed="rId3">
              <a:alphaModFix/>
            </a:blip>
            <a:stretch>
              <a:fillRect/>
            </a:stretch>
          </p:blipFill>
          <p:spPr>
            <a:xfrm flipH="1">
              <a:off x="-962825" y="867925"/>
              <a:ext cx="2206501" cy="4283325"/>
            </a:xfrm>
            <a:prstGeom prst="rect">
              <a:avLst/>
            </a:prstGeom>
            <a:noFill/>
            <a:ln>
              <a:noFill/>
            </a:ln>
            <a:effectLst>
              <a:outerShdw blurRad="57150" dist="47625" dir="5400000" algn="bl" rotWithShape="0">
                <a:schemeClr val="dk1">
                  <a:alpha val="37000"/>
                </a:schemeClr>
              </a:outerShdw>
            </a:effectLst>
          </p:spPr>
        </p:pic>
        <p:grpSp>
          <p:nvGrpSpPr>
            <p:cNvPr id="928" name="Google Shape;928;p70"/>
            <p:cNvGrpSpPr/>
            <p:nvPr/>
          </p:nvGrpSpPr>
          <p:grpSpPr>
            <a:xfrm flipH="1">
              <a:off x="7678302" y="4401391"/>
              <a:ext cx="1102438" cy="577167"/>
              <a:chOff x="359837" y="4401391"/>
              <a:chExt cx="1102438" cy="577167"/>
            </a:xfrm>
          </p:grpSpPr>
          <p:pic>
            <p:nvPicPr>
              <p:cNvPr id="929" name="Google Shape;929;p70"/>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930" name="Google Shape;930;p70"/>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nvGrpSpPr>
            <p:cNvPr id="931" name="Google Shape;931;p70"/>
            <p:cNvGrpSpPr/>
            <p:nvPr/>
          </p:nvGrpSpPr>
          <p:grpSpPr>
            <a:xfrm flipH="1">
              <a:off x="8100369" y="81904"/>
              <a:ext cx="1188426" cy="1227668"/>
              <a:chOff x="-7843" y="83454"/>
              <a:chExt cx="1188426" cy="1227668"/>
            </a:xfrm>
          </p:grpSpPr>
          <p:pic>
            <p:nvPicPr>
              <p:cNvPr id="932" name="Google Shape;932;p70"/>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dist="19050" dir="5400000" algn="bl" rotWithShape="0">
                  <a:schemeClr val="dk1">
                    <a:alpha val="67000"/>
                  </a:schemeClr>
                </a:outerShdw>
              </a:effectLst>
            </p:spPr>
          </p:pic>
          <p:pic>
            <p:nvPicPr>
              <p:cNvPr id="933" name="Google Shape;933;p70"/>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dist="19050" dir="5400000" algn="bl" rotWithShape="0">
                  <a:schemeClr val="dk1">
                    <a:alpha val="67000"/>
                  </a:schemeClr>
                </a:outerShdw>
              </a:effectLst>
            </p:spPr>
          </p:pic>
          <p:pic>
            <p:nvPicPr>
              <p:cNvPr id="934" name="Google Shape;934;p70"/>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dist="19050" dir="5400000" algn="bl" rotWithShape="0">
                  <a:schemeClr val="dk1">
                    <a:alpha val="67000"/>
                  </a:schemeClr>
                </a:outerShdw>
              </a:effectLst>
            </p:spPr>
          </p:pic>
        </p:grpSp>
      </p:grpSp>
      <p:sp>
        <p:nvSpPr>
          <p:cNvPr id="935" name="Google Shape;935;p70"/>
          <p:cNvSpPr txBox="1">
            <a:spLocks noGrp="1"/>
          </p:cNvSpPr>
          <p:nvPr>
            <p:ph type="title"/>
          </p:nvPr>
        </p:nvSpPr>
        <p:spPr>
          <a:xfrm>
            <a:off x="2347938" y="829925"/>
            <a:ext cx="4448100" cy="10587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936" name="Google Shape;936;p70"/>
          <p:cNvSpPr txBox="1">
            <a:spLocks noGrp="1"/>
          </p:cNvSpPr>
          <p:nvPr>
            <p:ph type="subTitle" idx="1"/>
          </p:nvPr>
        </p:nvSpPr>
        <p:spPr>
          <a:xfrm>
            <a:off x="2347900" y="1888625"/>
            <a:ext cx="4448100" cy="11640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937" name="Google Shape;937;p70"/>
          <p:cNvSpPr txBox="1"/>
          <p:nvPr/>
        </p:nvSpPr>
        <p:spPr>
          <a:xfrm>
            <a:off x="2347800" y="3764350"/>
            <a:ext cx="4448100" cy="5562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000" b="1">
                <a:solidFill>
                  <a:schemeClr val="dk1"/>
                </a:solidFill>
                <a:latin typeface="Spinnaker"/>
                <a:ea typeface="Spinnaker"/>
                <a:cs typeface="Spinnaker"/>
                <a:sym typeface="Spinnaker"/>
              </a:rPr>
              <a:t>CREDITS:</a:t>
            </a:r>
            <a:r>
              <a:rPr lang="en" sz="1000">
                <a:solidFill>
                  <a:schemeClr val="dk1"/>
                </a:solidFill>
                <a:latin typeface="Spinnaker"/>
                <a:ea typeface="Spinnaker"/>
                <a:cs typeface="Spinnaker"/>
                <a:sym typeface="Spinnaker"/>
              </a:rPr>
              <a:t> This presentation template was created by </a:t>
            </a:r>
            <a:r>
              <a:rPr lang="en" sz="1000" b="1" u="sng">
                <a:solidFill>
                  <a:schemeClr val="dk1"/>
                </a:solidFill>
                <a:latin typeface="Spinnaker"/>
                <a:ea typeface="Spinnaker"/>
                <a:cs typeface="Spinnaker"/>
                <a:sym typeface="Spinnaker"/>
                <a:hlinkClick r:id="rId7">
                  <a:extLst>
                    <a:ext uri="{A12FA001-AC4F-418D-AE19-62706E023703}">
                      <ahyp:hlinkClr xmlns:ahyp="http://schemas.microsoft.com/office/drawing/2018/hyperlinkcolor" val="tx"/>
                    </a:ext>
                  </a:extLst>
                </a:hlinkClick>
              </a:rPr>
              <a:t>Slidesgo</a:t>
            </a:r>
            <a:r>
              <a:rPr lang="en" sz="1000">
                <a:solidFill>
                  <a:schemeClr val="dk1"/>
                </a:solidFill>
                <a:latin typeface="Spinnaker"/>
                <a:ea typeface="Spinnaker"/>
                <a:cs typeface="Spinnaker"/>
                <a:sym typeface="Spinnaker"/>
              </a:rPr>
              <a:t>, and includes icons by </a:t>
            </a:r>
            <a:r>
              <a:rPr lang="en" sz="1000" b="1" u="sng">
                <a:solidFill>
                  <a:schemeClr val="dk1"/>
                </a:solidFill>
                <a:latin typeface="Spinnaker"/>
                <a:ea typeface="Spinnaker"/>
                <a:cs typeface="Spinnaker"/>
                <a:sym typeface="Spinnaker"/>
                <a:hlinkClick r:id="rId8">
                  <a:extLst>
                    <a:ext uri="{A12FA001-AC4F-418D-AE19-62706E023703}">
                      <ahyp:hlinkClr xmlns:ahyp="http://schemas.microsoft.com/office/drawing/2018/hyperlinkcolor" val="tx"/>
                    </a:ext>
                  </a:extLst>
                </a:hlinkClick>
              </a:rPr>
              <a:t>Flaticon</a:t>
            </a:r>
            <a:r>
              <a:rPr lang="en" sz="1000">
                <a:solidFill>
                  <a:schemeClr val="dk1"/>
                </a:solidFill>
                <a:latin typeface="Spinnaker"/>
                <a:ea typeface="Spinnaker"/>
                <a:cs typeface="Spinnaker"/>
                <a:sym typeface="Spinnaker"/>
              </a:rPr>
              <a:t>, and infographics &amp; images by </a:t>
            </a:r>
            <a:r>
              <a:rPr lang="en" sz="1000" b="1" u="sng">
                <a:solidFill>
                  <a:schemeClr val="dk1"/>
                </a:solidFill>
                <a:latin typeface="Spinnaker"/>
                <a:ea typeface="Spinnaker"/>
                <a:cs typeface="Spinnaker"/>
                <a:sym typeface="Spinnaker"/>
                <a:hlinkClick r:id="rId9">
                  <a:extLst>
                    <a:ext uri="{A12FA001-AC4F-418D-AE19-62706E023703}">
                      <ahyp:hlinkClr xmlns:ahyp="http://schemas.microsoft.com/office/drawing/2018/hyperlinkcolor" val="tx"/>
                    </a:ext>
                  </a:extLst>
                </a:hlinkClick>
              </a:rPr>
              <a:t>Freepik</a:t>
            </a:r>
            <a:r>
              <a:rPr lang="en" sz="1000" u="sng">
                <a:solidFill>
                  <a:schemeClr val="dk1"/>
                </a:solidFill>
                <a:latin typeface="Spinnaker"/>
                <a:ea typeface="Spinnaker"/>
                <a:cs typeface="Spinnaker"/>
                <a:sym typeface="Spinnaker"/>
              </a:rPr>
              <a:t> </a:t>
            </a:r>
            <a:endParaRPr sz="1000" b="1" u="sng">
              <a:solidFill>
                <a:schemeClr val="dk1"/>
              </a:solidFill>
              <a:latin typeface="Spinnaker"/>
              <a:ea typeface="Spinnaker"/>
              <a:cs typeface="Spinnaker"/>
              <a:sym typeface="Spinnaker"/>
            </a:endParaRPr>
          </a:p>
        </p:txBody>
      </p:sp>
      <p:sp>
        <p:nvSpPr>
          <p:cNvPr id="938" name="Google Shape;938;p70"/>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939"/>
        <p:cNvGrpSpPr/>
        <p:nvPr/>
      </p:nvGrpSpPr>
      <p:grpSpPr>
        <a:xfrm>
          <a:off x="0" y="0"/>
          <a:ext cx="0" cy="0"/>
          <a:chOff x="0" y="0"/>
          <a:chExt cx="0" cy="0"/>
        </a:xfrm>
      </p:grpSpPr>
      <p:pic>
        <p:nvPicPr>
          <p:cNvPr id="940" name="Google Shape;940;p71"/>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941" name="Google Shape;941;p71"/>
          <p:cNvGrpSpPr/>
          <p:nvPr/>
        </p:nvGrpSpPr>
        <p:grpSpPr>
          <a:xfrm>
            <a:off x="0" y="-613825"/>
            <a:ext cx="9564675" cy="6140950"/>
            <a:chOff x="0" y="-613825"/>
            <a:chExt cx="9564675" cy="6140950"/>
          </a:xfrm>
        </p:grpSpPr>
        <p:sp>
          <p:nvSpPr>
            <p:cNvPr id="942" name="Google Shape;942;p71"/>
            <p:cNvSpPr/>
            <p:nvPr/>
          </p:nvSpPr>
          <p:spPr>
            <a:xfrm rot="5400000">
              <a:off x="1593450" y="3105975"/>
              <a:ext cx="8277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943" name="Google Shape;943;p71"/>
            <p:cNvSpPr/>
            <p:nvPr/>
          </p:nvSpPr>
          <p:spPr>
            <a:xfrm rot="10800000">
              <a:off x="8736975" y="0"/>
              <a:ext cx="827700" cy="23787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944" name="Google Shape;944;p71"/>
            <p:cNvSpPr/>
            <p:nvPr/>
          </p:nvSpPr>
          <p:spPr>
            <a:xfrm rot="10800000">
              <a:off x="226175" y="-613825"/>
              <a:ext cx="1205100" cy="1205100"/>
            </a:xfrm>
            <a:prstGeom prst="blockArc">
              <a:avLst>
                <a:gd name="adj1" fmla="val 10800000"/>
                <a:gd name="adj2" fmla="val 21545870"/>
                <a:gd name="adj3" fmla="val 19432"/>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945" name="Google Shape;945;p71"/>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946"/>
        <p:cNvGrpSpPr/>
        <p:nvPr/>
      </p:nvGrpSpPr>
      <p:grpSpPr>
        <a:xfrm>
          <a:off x="0" y="0"/>
          <a:ext cx="0" cy="0"/>
          <a:chOff x="0" y="0"/>
          <a:chExt cx="0" cy="0"/>
        </a:xfrm>
      </p:grpSpPr>
      <p:pic>
        <p:nvPicPr>
          <p:cNvPr id="947" name="Google Shape;947;p72"/>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948" name="Google Shape;948;p72"/>
          <p:cNvGrpSpPr/>
          <p:nvPr/>
        </p:nvGrpSpPr>
        <p:grpSpPr>
          <a:xfrm>
            <a:off x="-601700" y="0"/>
            <a:ext cx="10358225" cy="5143500"/>
            <a:chOff x="-601700" y="0"/>
            <a:chExt cx="10358225" cy="5143500"/>
          </a:xfrm>
        </p:grpSpPr>
        <p:grpSp>
          <p:nvGrpSpPr>
            <p:cNvPr id="949" name="Google Shape;949;p72"/>
            <p:cNvGrpSpPr/>
            <p:nvPr/>
          </p:nvGrpSpPr>
          <p:grpSpPr>
            <a:xfrm rot="5400000">
              <a:off x="-2006450" y="1404750"/>
              <a:ext cx="4014600" cy="1205100"/>
              <a:chOff x="150" y="4543750"/>
              <a:chExt cx="4014600" cy="1205100"/>
            </a:xfrm>
          </p:grpSpPr>
          <p:sp>
            <p:nvSpPr>
              <p:cNvPr id="950" name="Google Shape;950;p72"/>
              <p:cNvSpPr/>
              <p:nvPr/>
            </p:nvSpPr>
            <p:spPr>
              <a:xfrm rot="5400000">
                <a:off x="1622250" y="3110125"/>
                <a:ext cx="7704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951" name="Google Shape;951;p72"/>
              <p:cNvSpPr/>
              <p:nvPr/>
            </p:nvSpPr>
            <p:spPr>
              <a:xfrm>
                <a:off x="2283875" y="4543750"/>
                <a:ext cx="1205100" cy="1205100"/>
              </a:xfrm>
              <a:prstGeom prst="blockArc">
                <a:avLst>
                  <a:gd name="adj1" fmla="val 10800000"/>
                  <a:gd name="adj2" fmla="val 93824"/>
                  <a:gd name="adj3" fmla="val 19896"/>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952" name="Google Shape;952;p72"/>
            <p:cNvGrpSpPr/>
            <p:nvPr/>
          </p:nvGrpSpPr>
          <p:grpSpPr>
            <a:xfrm rot="-5400000">
              <a:off x="7146675" y="2533650"/>
              <a:ext cx="4014600" cy="1205100"/>
              <a:chOff x="150" y="4543750"/>
              <a:chExt cx="4014600" cy="1205100"/>
            </a:xfrm>
          </p:grpSpPr>
          <p:sp>
            <p:nvSpPr>
              <p:cNvPr id="953" name="Google Shape;953;p72"/>
              <p:cNvSpPr/>
              <p:nvPr/>
            </p:nvSpPr>
            <p:spPr>
              <a:xfrm rot="5400000">
                <a:off x="1622250" y="3110125"/>
                <a:ext cx="770400" cy="4014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954" name="Google Shape;954;p72"/>
              <p:cNvSpPr/>
              <p:nvPr/>
            </p:nvSpPr>
            <p:spPr>
              <a:xfrm>
                <a:off x="2283875" y="4543750"/>
                <a:ext cx="1205100" cy="1205100"/>
              </a:xfrm>
              <a:prstGeom prst="blockArc">
                <a:avLst>
                  <a:gd name="adj1" fmla="val 10800000"/>
                  <a:gd name="adj2" fmla="val 93824"/>
                  <a:gd name="adj3" fmla="val 19896"/>
                </a:avLst>
              </a:prstGeom>
              <a:solidFill>
                <a:srgbClr val="DDE799">
                  <a:alpha val="742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sp>
        <p:nvSpPr>
          <p:cNvPr id="955" name="Google Shape;955;p72"/>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60"/>
        <p:cNvGrpSpPr/>
        <p:nvPr/>
      </p:nvGrpSpPr>
      <p:grpSpPr>
        <a:xfrm>
          <a:off x="0" y="0"/>
          <a:ext cx="0" cy="0"/>
          <a:chOff x="0" y="0"/>
          <a:chExt cx="0" cy="0"/>
        </a:xfrm>
      </p:grpSpPr>
      <p:pic>
        <p:nvPicPr>
          <p:cNvPr id="961" name="Google Shape;961;p74"/>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962" name="Google Shape;962;p74"/>
          <p:cNvSpPr txBox="1">
            <a:spLocks noGrp="1"/>
          </p:cNvSpPr>
          <p:nvPr>
            <p:ph type="ctrTitle"/>
          </p:nvPr>
        </p:nvSpPr>
        <p:spPr>
          <a:xfrm>
            <a:off x="1670700" y="1367062"/>
            <a:ext cx="5802600" cy="2011200"/>
          </a:xfrm>
          <a:prstGeom prst="rect">
            <a:avLst/>
          </a:prstGeom>
        </p:spPr>
        <p:txBody>
          <a:bodyPr spcFirstLastPara="1" wrap="square" lIns="91425" tIns="91425" rIns="91425" bIns="91425" anchor="b" anchorCtr="0">
            <a:noAutofit/>
          </a:bodyPr>
          <a:lstStyle>
            <a:lvl1pPr lvl="0" algn="ctr">
              <a:lnSpc>
                <a:spcPct val="105000"/>
              </a:lnSpc>
              <a:spcBef>
                <a:spcPts val="0"/>
              </a:spcBef>
              <a:spcAft>
                <a:spcPts val="0"/>
              </a:spcAft>
              <a:buClr>
                <a:srgbClr val="191919"/>
              </a:buClr>
              <a:buSzPts val="4200"/>
              <a:buNone/>
              <a:defRPr sz="4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963" name="Google Shape;963;p74"/>
          <p:cNvSpPr txBox="1">
            <a:spLocks noGrp="1"/>
          </p:cNvSpPr>
          <p:nvPr>
            <p:ph type="subTitle" idx="1"/>
          </p:nvPr>
        </p:nvSpPr>
        <p:spPr>
          <a:xfrm>
            <a:off x="1670700" y="3602688"/>
            <a:ext cx="5802600" cy="252000"/>
          </a:xfrm>
          <a:prstGeom prst="rect">
            <a:avLst/>
          </a:prstGeom>
          <a:noFill/>
          <a:ln>
            <a:noFill/>
          </a:ln>
        </p:spPr>
        <p:txBody>
          <a:bodyPr spcFirstLastPara="1" wrap="square" lIns="91425" tIns="91425" rIns="91425" bIns="91425" anchor="ctr" anchorCtr="0">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964" name="Google Shape;964;p74"/>
          <p:cNvGrpSpPr/>
          <p:nvPr/>
        </p:nvGrpSpPr>
        <p:grpSpPr>
          <a:xfrm>
            <a:off x="-421050" y="-872075"/>
            <a:ext cx="10524450" cy="6436800"/>
            <a:chOff x="-421050" y="-872075"/>
            <a:chExt cx="10524450" cy="6436800"/>
          </a:xfrm>
        </p:grpSpPr>
        <p:sp>
          <p:nvSpPr>
            <p:cNvPr id="965" name="Google Shape;965;p74"/>
            <p:cNvSpPr/>
            <p:nvPr/>
          </p:nvSpPr>
          <p:spPr>
            <a:xfrm rot="10800000">
              <a:off x="-421050" y="0"/>
              <a:ext cx="916800" cy="2325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966" name="Google Shape;966;p74"/>
            <p:cNvGrpSpPr/>
            <p:nvPr/>
          </p:nvGrpSpPr>
          <p:grpSpPr>
            <a:xfrm>
              <a:off x="6148925" y="-872075"/>
              <a:ext cx="2489300" cy="1740000"/>
              <a:chOff x="6148925" y="-872075"/>
              <a:chExt cx="2489300" cy="1740000"/>
            </a:xfrm>
          </p:grpSpPr>
          <p:sp>
            <p:nvSpPr>
              <p:cNvPr id="967" name="Google Shape;967;p74"/>
              <p:cNvSpPr/>
              <p:nvPr/>
            </p:nvSpPr>
            <p:spPr>
              <a:xfrm>
                <a:off x="6898225" y="-872075"/>
                <a:ext cx="1740000" cy="1740000"/>
              </a:xfrm>
              <a:prstGeom prst="pie">
                <a:avLst>
                  <a:gd name="adj1" fmla="val 0"/>
                  <a:gd name="adj2" fmla="val 1080014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968" name="Google Shape;968;p74"/>
              <p:cNvSpPr/>
              <p:nvPr/>
            </p:nvSpPr>
            <p:spPr>
              <a:xfrm rot="10800000">
                <a:off x="6148925" y="-604625"/>
                <a:ext cx="1205100" cy="1205100"/>
              </a:xfrm>
              <a:prstGeom prst="blockArc">
                <a:avLst>
                  <a:gd name="adj1" fmla="val 10800000"/>
                  <a:gd name="adj2" fmla="val 108721"/>
                  <a:gd name="adj3" fmla="val 22117"/>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969" name="Google Shape;969;p74"/>
            <p:cNvSpPr/>
            <p:nvPr/>
          </p:nvSpPr>
          <p:spPr>
            <a:xfrm rot="5400000">
              <a:off x="1591200" y="3141175"/>
              <a:ext cx="8325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970" name="Google Shape;970;p74"/>
            <p:cNvSpPr/>
            <p:nvPr/>
          </p:nvSpPr>
          <p:spPr>
            <a:xfrm rot="-5400000">
              <a:off x="8206500" y="2779250"/>
              <a:ext cx="1896900" cy="1896900"/>
            </a:xfrm>
            <a:prstGeom prst="blockArc">
              <a:avLst>
                <a:gd name="adj1" fmla="val 10800000"/>
                <a:gd name="adj2" fmla="val 21539247"/>
                <a:gd name="adj3" fmla="val 17334"/>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971" name="Google Shape;971;p74"/>
          <p:cNvGrpSpPr/>
          <p:nvPr/>
        </p:nvGrpSpPr>
        <p:grpSpPr>
          <a:xfrm>
            <a:off x="-148218" y="81904"/>
            <a:ext cx="10251619" cy="5069347"/>
            <a:chOff x="-148218" y="81904"/>
            <a:chExt cx="10251619" cy="5069347"/>
          </a:xfrm>
        </p:grpSpPr>
        <p:pic>
          <p:nvPicPr>
            <p:cNvPr id="972" name="Google Shape;972;p74"/>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dist="47625" dir="5400000" algn="bl" rotWithShape="0">
                <a:schemeClr val="dk1">
                  <a:alpha val="37000"/>
                </a:schemeClr>
              </a:outerShdw>
            </a:effectLst>
          </p:spPr>
        </p:pic>
        <p:grpSp>
          <p:nvGrpSpPr>
            <p:cNvPr id="973" name="Google Shape;973;p74"/>
            <p:cNvGrpSpPr/>
            <p:nvPr/>
          </p:nvGrpSpPr>
          <p:grpSpPr>
            <a:xfrm>
              <a:off x="359837" y="4401391"/>
              <a:ext cx="1102438" cy="577167"/>
              <a:chOff x="359837" y="4401391"/>
              <a:chExt cx="1102438" cy="577167"/>
            </a:xfrm>
          </p:grpSpPr>
          <p:pic>
            <p:nvPicPr>
              <p:cNvPr id="974" name="Google Shape;974;p74"/>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975" name="Google Shape;975;p74"/>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nvGrpSpPr>
            <p:cNvPr id="976" name="Google Shape;976;p74"/>
            <p:cNvGrpSpPr/>
            <p:nvPr/>
          </p:nvGrpSpPr>
          <p:grpSpPr>
            <a:xfrm>
              <a:off x="-148218" y="81904"/>
              <a:ext cx="1188426" cy="1227668"/>
              <a:chOff x="-7843" y="83454"/>
              <a:chExt cx="1188426" cy="1227668"/>
            </a:xfrm>
          </p:grpSpPr>
          <p:pic>
            <p:nvPicPr>
              <p:cNvPr id="977" name="Google Shape;977;p74"/>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dist="19050" dir="5400000" algn="bl" rotWithShape="0">
                  <a:schemeClr val="dk1">
                    <a:alpha val="67000"/>
                  </a:schemeClr>
                </a:outerShdw>
              </a:effectLst>
            </p:spPr>
          </p:pic>
          <p:pic>
            <p:nvPicPr>
              <p:cNvPr id="978" name="Google Shape;978;p74"/>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dist="19050" dir="5400000" algn="bl" rotWithShape="0">
                  <a:schemeClr val="dk1">
                    <a:alpha val="67000"/>
                  </a:schemeClr>
                </a:outerShdw>
              </a:effectLst>
            </p:spPr>
          </p:pic>
          <p:pic>
            <p:nvPicPr>
              <p:cNvPr id="979" name="Google Shape;979;p74"/>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dist="19050" dir="5400000" algn="bl" rotWithShape="0">
                  <a:schemeClr val="dk1">
                    <a:alpha val="67000"/>
                  </a:schemeClr>
                </a:outerShdw>
              </a:effectLst>
            </p:spPr>
          </p:pic>
        </p:grpSp>
      </p:grpSp>
      <p:sp>
        <p:nvSpPr>
          <p:cNvPr id="980" name="Google Shape;980;p7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81"/>
        <p:cNvGrpSpPr/>
        <p:nvPr/>
      </p:nvGrpSpPr>
      <p:grpSpPr>
        <a:xfrm>
          <a:off x="0" y="0"/>
          <a:ext cx="0" cy="0"/>
          <a:chOff x="0" y="0"/>
          <a:chExt cx="0" cy="0"/>
        </a:xfrm>
      </p:grpSpPr>
      <p:pic>
        <p:nvPicPr>
          <p:cNvPr id="982" name="Google Shape;982;p75"/>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983" name="Google Shape;983;p75"/>
          <p:cNvSpPr txBox="1">
            <a:spLocks noGrp="1"/>
          </p:cNvSpPr>
          <p:nvPr>
            <p:ph type="title"/>
          </p:nvPr>
        </p:nvSpPr>
        <p:spPr>
          <a:xfrm>
            <a:off x="1564350" y="2292350"/>
            <a:ext cx="6015300" cy="811200"/>
          </a:xfrm>
          <a:prstGeom prst="rect">
            <a:avLst/>
          </a:prstGeom>
        </p:spPr>
        <p:txBody>
          <a:bodyPr spcFirstLastPara="1" wrap="square" lIns="91425" tIns="91425" rIns="91425" bIns="91425" anchor="t" anchorCtr="0">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984" name="Google Shape;984;p75"/>
          <p:cNvSpPr txBox="1">
            <a:spLocks noGrp="1"/>
          </p:cNvSpPr>
          <p:nvPr>
            <p:ph type="title" idx="2" hasCustomPrompt="1"/>
          </p:nvPr>
        </p:nvSpPr>
        <p:spPr>
          <a:xfrm>
            <a:off x="3838800" y="1130300"/>
            <a:ext cx="1466400" cy="811200"/>
          </a:xfrm>
          <a:prstGeom prst="rect">
            <a:avLst/>
          </a:prstGeom>
          <a:solidFill>
            <a:schemeClr val="dk2"/>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a:spcBef>
                <a:spcPts val="0"/>
              </a:spcBef>
              <a:spcAft>
                <a:spcPts val="0"/>
              </a:spcAft>
              <a:buSzPts val="5000"/>
              <a:buNone/>
              <a:defRPr sz="5000"/>
            </a:lvl1pPr>
            <a:lvl2pPr lvl="1" algn="ctr">
              <a:spcBef>
                <a:spcPts val="0"/>
              </a:spcBef>
              <a:spcAft>
                <a:spcPts val="0"/>
              </a:spcAft>
              <a:buClr>
                <a:schemeClr val="lt1"/>
              </a:buClr>
              <a:buSzPts val="5000"/>
              <a:buNone/>
              <a:defRPr sz="5000">
                <a:solidFill>
                  <a:schemeClr val="lt1"/>
                </a:solidFill>
              </a:defRPr>
            </a:lvl2pPr>
            <a:lvl3pPr lvl="2" algn="ctr">
              <a:spcBef>
                <a:spcPts val="0"/>
              </a:spcBef>
              <a:spcAft>
                <a:spcPts val="0"/>
              </a:spcAft>
              <a:buClr>
                <a:schemeClr val="lt1"/>
              </a:buClr>
              <a:buSzPts val="5000"/>
              <a:buNone/>
              <a:defRPr sz="5000">
                <a:solidFill>
                  <a:schemeClr val="lt1"/>
                </a:solidFill>
              </a:defRPr>
            </a:lvl3pPr>
            <a:lvl4pPr lvl="3" algn="ctr">
              <a:spcBef>
                <a:spcPts val="0"/>
              </a:spcBef>
              <a:spcAft>
                <a:spcPts val="0"/>
              </a:spcAft>
              <a:buClr>
                <a:schemeClr val="lt1"/>
              </a:buClr>
              <a:buSzPts val="5000"/>
              <a:buNone/>
              <a:defRPr sz="5000">
                <a:solidFill>
                  <a:schemeClr val="lt1"/>
                </a:solidFill>
              </a:defRPr>
            </a:lvl4pPr>
            <a:lvl5pPr lvl="4" algn="ctr">
              <a:spcBef>
                <a:spcPts val="0"/>
              </a:spcBef>
              <a:spcAft>
                <a:spcPts val="0"/>
              </a:spcAft>
              <a:buClr>
                <a:schemeClr val="lt1"/>
              </a:buClr>
              <a:buSzPts val="5000"/>
              <a:buNone/>
              <a:defRPr sz="5000">
                <a:solidFill>
                  <a:schemeClr val="lt1"/>
                </a:solidFill>
              </a:defRPr>
            </a:lvl5pPr>
            <a:lvl6pPr lvl="5" algn="ctr">
              <a:spcBef>
                <a:spcPts val="0"/>
              </a:spcBef>
              <a:spcAft>
                <a:spcPts val="0"/>
              </a:spcAft>
              <a:buClr>
                <a:schemeClr val="lt1"/>
              </a:buClr>
              <a:buSzPts val="5000"/>
              <a:buNone/>
              <a:defRPr sz="5000">
                <a:solidFill>
                  <a:schemeClr val="lt1"/>
                </a:solidFill>
              </a:defRPr>
            </a:lvl6pPr>
            <a:lvl7pPr lvl="6" algn="ctr">
              <a:spcBef>
                <a:spcPts val="0"/>
              </a:spcBef>
              <a:spcAft>
                <a:spcPts val="0"/>
              </a:spcAft>
              <a:buClr>
                <a:schemeClr val="lt1"/>
              </a:buClr>
              <a:buSzPts val="5000"/>
              <a:buNone/>
              <a:defRPr sz="5000">
                <a:solidFill>
                  <a:schemeClr val="lt1"/>
                </a:solidFill>
              </a:defRPr>
            </a:lvl7pPr>
            <a:lvl8pPr lvl="7" algn="ctr">
              <a:spcBef>
                <a:spcPts val="0"/>
              </a:spcBef>
              <a:spcAft>
                <a:spcPts val="0"/>
              </a:spcAft>
              <a:buClr>
                <a:schemeClr val="lt1"/>
              </a:buClr>
              <a:buSzPts val="5000"/>
              <a:buNone/>
              <a:defRPr sz="5000">
                <a:solidFill>
                  <a:schemeClr val="lt1"/>
                </a:solidFill>
              </a:defRPr>
            </a:lvl8pPr>
            <a:lvl9pPr lvl="8" algn="ctr">
              <a:spcBef>
                <a:spcPts val="0"/>
              </a:spcBef>
              <a:spcAft>
                <a:spcPts val="0"/>
              </a:spcAft>
              <a:buClr>
                <a:schemeClr val="lt1"/>
              </a:buClr>
              <a:buSzPts val="5000"/>
              <a:buNone/>
              <a:defRPr sz="5000">
                <a:solidFill>
                  <a:schemeClr val="lt1"/>
                </a:solidFill>
              </a:defRPr>
            </a:lvl9pPr>
          </a:lstStyle>
          <a:p>
            <a:r>
              <a:t>xx%</a:t>
            </a:r>
          </a:p>
        </p:txBody>
      </p:sp>
      <p:sp>
        <p:nvSpPr>
          <p:cNvPr id="985" name="Google Shape;985;p75"/>
          <p:cNvSpPr txBox="1">
            <a:spLocks noGrp="1"/>
          </p:cNvSpPr>
          <p:nvPr>
            <p:ph type="subTitle" idx="1"/>
          </p:nvPr>
        </p:nvSpPr>
        <p:spPr>
          <a:xfrm>
            <a:off x="1564350" y="3303575"/>
            <a:ext cx="6015300" cy="3750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986" name="Google Shape;986;p75"/>
          <p:cNvGrpSpPr/>
          <p:nvPr/>
        </p:nvGrpSpPr>
        <p:grpSpPr>
          <a:xfrm>
            <a:off x="8206512" y="4230524"/>
            <a:ext cx="848365" cy="950159"/>
            <a:chOff x="41662" y="277999"/>
            <a:chExt cx="848365" cy="950159"/>
          </a:xfrm>
        </p:grpSpPr>
        <p:pic>
          <p:nvPicPr>
            <p:cNvPr id="987" name="Google Shape;987;p75"/>
            <p:cNvPicPr preferRelativeResize="0"/>
            <p:nvPr/>
          </p:nvPicPr>
          <p:blipFill>
            <a:blip r:embed="rId3">
              <a:alphaModFix/>
            </a:blip>
            <a:stretch>
              <a:fillRect/>
            </a:stretch>
          </p:blipFill>
          <p:spPr>
            <a:xfrm rot="-1083129" flipH="1">
              <a:off x="101303" y="652430"/>
              <a:ext cx="646323" cy="487587"/>
            </a:xfrm>
            <a:prstGeom prst="rect">
              <a:avLst/>
            </a:prstGeom>
            <a:noFill/>
            <a:ln>
              <a:noFill/>
            </a:ln>
            <a:effectLst>
              <a:outerShdw blurRad="57150" dist="19050" dir="5400000" algn="bl" rotWithShape="0">
                <a:schemeClr val="dk1">
                  <a:alpha val="50000"/>
                </a:schemeClr>
              </a:outerShdw>
            </a:effectLst>
          </p:spPr>
        </p:pic>
        <p:pic>
          <p:nvPicPr>
            <p:cNvPr id="988" name="Google Shape;988;p75"/>
            <p:cNvPicPr preferRelativeResize="0"/>
            <p:nvPr/>
          </p:nvPicPr>
          <p:blipFill>
            <a:blip r:embed="rId3">
              <a:alphaModFix/>
            </a:blip>
            <a:stretch>
              <a:fillRect/>
            </a:stretch>
          </p:blipFill>
          <p:spPr>
            <a:xfrm rot="-5826171" flipH="1">
              <a:off x="570466" y="412512"/>
              <a:ext cx="341359" cy="257531"/>
            </a:xfrm>
            <a:prstGeom prst="rect">
              <a:avLst/>
            </a:prstGeom>
            <a:noFill/>
            <a:ln>
              <a:noFill/>
            </a:ln>
            <a:effectLst>
              <a:outerShdw blurRad="57150" dist="19050" dir="5400000" algn="bl" rotWithShape="0">
                <a:schemeClr val="dk1">
                  <a:alpha val="50000"/>
                </a:schemeClr>
              </a:outerShdw>
            </a:effectLst>
          </p:spPr>
        </p:pic>
        <p:pic>
          <p:nvPicPr>
            <p:cNvPr id="989" name="Google Shape;989;p75"/>
            <p:cNvPicPr preferRelativeResize="0"/>
            <p:nvPr/>
          </p:nvPicPr>
          <p:blipFill>
            <a:blip r:embed="rId4">
              <a:alphaModFix/>
            </a:blip>
            <a:stretch>
              <a:fillRect/>
            </a:stretch>
          </p:blipFill>
          <p:spPr>
            <a:xfrm rot="-8300824" flipH="1">
              <a:off x="200914" y="402080"/>
              <a:ext cx="447091" cy="193739"/>
            </a:xfrm>
            <a:prstGeom prst="rect">
              <a:avLst/>
            </a:prstGeom>
            <a:noFill/>
            <a:ln>
              <a:noFill/>
            </a:ln>
            <a:effectLst>
              <a:outerShdw blurRad="57150" dist="19050" dir="5400000" algn="bl" rotWithShape="0">
                <a:schemeClr val="dk1">
                  <a:alpha val="50000"/>
                </a:schemeClr>
              </a:outerShdw>
            </a:effectLst>
          </p:spPr>
        </p:pic>
      </p:grpSp>
      <p:pic>
        <p:nvPicPr>
          <p:cNvPr id="990" name="Google Shape;990;p75"/>
          <p:cNvPicPr preferRelativeResize="0"/>
          <p:nvPr/>
        </p:nvPicPr>
        <p:blipFill>
          <a:blip r:embed="rId5">
            <a:alphaModFix/>
          </a:blip>
          <a:stretch>
            <a:fillRect/>
          </a:stretch>
        </p:blipFill>
        <p:spPr>
          <a:xfrm>
            <a:off x="-63488" y="2838714"/>
            <a:ext cx="1292850" cy="2334673"/>
          </a:xfrm>
          <a:prstGeom prst="rect">
            <a:avLst/>
          </a:prstGeom>
          <a:noFill/>
          <a:ln>
            <a:noFill/>
          </a:ln>
          <a:effectLst>
            <a:outerShdw blurRad="57150" dist="19050" dir="5400000" algn="bl" rotWithShape="0">
              <a:schemeClr val="dk1">
                <a:alpha val="50000"/>
              </a:schemeClr>
            </a:outerShdw>
          </a:effectLst>
        </p:spPr>
      </p:pic>
      <p:grpSp>
        <p:nvGrpSpPr>
          <p:cNvPr id="991" name="Google Shape;991;p75"/>
          <p:cNvGrpSpPr/>
          <p:nvPr/>
        </p:nvGrpSpPr>
        <p:grpSpPr>
          <a:xfrm>
            <a:off x="-601700" y="-872075"/>
            <a:ext cx="10705100" cy="5548225"/>
            <a:chOff x="-601700" y="-872075"/>
            <a:chExt cx="10705100" cy="5548225"/>
          </a:xfrm>
        </p:grpSpPr>
        <p:sp>
          <p:nvSpPr>
            <p:cNvPr id="992" name="Google Shape;992;p75"/>
            <p:cNvSpPr/>
            <p:nvPr/>
          </p:nvSpPr>
          <p:spPr>
            <a:xfrm rot="-5400000">
              <a:off x="8206500" y="2779250"/>
              <a:ext cx="1896900" cy="1896900"/>
            </a:xfrm>
            <a:prstGeom prst="blockArc">
              <a:avLst>
                <a:gd name="adj1" fmla="val 10800000"/>
                <a:gd name="adj2" fmla="val 21596677"/>
                <a:gd name="adj3" fmla="val 11819"/>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993" name="Google Shape;993;p75"/>
            <p:cNvGrpSpPr/>
            <p:nvPr/>
          </p:nvGrpSpPr>
          <p:grpSpPr>
            <a:xfrm rot="5400000">
              <a:off x="-2006450" y="1404750"/>
              <a:ext cx="4014600" cy="1205100"/>
              <a:chOff x="150" y="4543750"/>
              <a:chExt cx="4014600" cy="1205100"/>
            </a:xfrm>
          </p:grpSpPr>
          <p:sp>
            <p:nvSpPr>
              <p:cNvPr id="994" name="Google Shape;994;p75"/>
              <p:cNvSpPr/>
              <p:nvPr/>
            </p:nvSpPr>
            <p:spPr>
              <a:xfrm rot="5400000">
                <a:off x="1622250" y="3110125"/>
                <a:ext cx="7704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995" name="Google Shape;995;p75"/>
              <p:cNvSpPr/>
              <p:nvPr/>
            </p:nvSpPr>
            <p:spPr>
              <a:xfrm>
                <a:off x="262475" y="4543750"/>
                <a:ext cx="1205100" cy="1205100"/>
              </a:xfrm>
              <a:prstGeom prst="blockArc">
                <a:avLst>
                  <a:gd name="adj1" fmla="val 10800000"/>
                  <a:gd name="adj2" fmla="val 93824"/>
                  <a:gd name="adj3" fmla="val 19896"/>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996" name="Google Shape;996;p75"/>
            <p:cNvGrpSpPr/>
            <p:nvPr/>
          </p:nvGrpSpPr>
          <p:grpSpPr>
            <a:xfrm>
              <a:off x="6148925" y="-872075"/>
              <a:ext cx="2489300" cy="1740000"/>
              <a:chOff x="6148925" y="-872075"/>
              <a:chExt cx="2489300" cy="1740000"/>
            </a:xfrm>
          </p:grpSpPr>
          <p:sp>
            <p:nvSpPr>
              <p:cNvPr id="997" name="Google Shape;997;p75"/>
              <p:cNvSpPr/>
              <p:nvPr/>
            </p:nvSpPr>
            <p:spPr>
              <a:xfrm>
                <a:off x="6898225" y="-872075"/>
                <a:ext cx="1740000" cy="1740000"/>
              </a:xfrm>
              <a:prstGeom prst="pie">
                <a:avLst>
                  <a:gd name="adj1" fmla="val 0"/>
                  <a:gd name="adj2" fmla="val 1080014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998" name="Google Shape;998;p75"/>
              <p:cNvSpPr/>
              <p:nvPr/>
            </p:nvSpPr>
            <p:spPr>
              <a:xfrm rot="10800000">
                <a:off x="6148925" y="-604625"/>
                <a:ext cx="1205100" cy="1205100"/>
              </a:xfrm>
              <a:prstGeom prst="blockArc">
                <a:avLst>
                  <a:gd name="adj1" fmla="val 10800000"/>
                  <a:gd name="adj2" fmla="val 108721"/>
                  <a:gd name="adj3" fmla="val 22117"/>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sp>
        <p:nvSpPr>
          <p:cNvPr id="999" name="Google Shape;999;p7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00"/>
        <p:cNvGrpSpPr/>
        <p:nvPr/>
      </p:nvGrpSpPr>
      <p:grpSpPr>
        <a:xfrm>
          <a:off x="0" y="0"/>
          <a:ext cx="0" cy="0"/>
          <a:chOff x="0" y="0"/>
          <a:chExt cx="0" cy="0"/>
        </a:xfrm>
      </p:grpSpPr>
      <p:pic>
        <p:nvPicPr>
          <p:cNvPr id="1001" name="Google Shape;1001;p76"/>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002" name="Google Shape;1002;p7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003" name="Google Shape;1003;p76"/>
          <p:cNvSpPr txBox="1">
            <a:spLocks noGrp="1"/>
          </p:cNvSpPr>
          <p:nvPr>
            <p:ph type="body" idx="1"/>
          </p:nvPr>
        </p:nvSpPr>
        <p:spPr>
          <a:xfrm>
            <a:off x="720000" y="1158338"/>
            <a:ext cx="7150200" cy="3185700"/>
          </a:xfrm>
          <a:prstGeom prst="rect">
            <a:avLst/>
          </a:prstGeom>
        </p:spPr>
        <p:txBody>
          <a:bodyPr spcFirstLastPara="1" wrap="square" lIns="91425" tIns="91425" rIns="91425" bIns="91425" anchor="t" anchorCtr="0">
            <a:noAutofit/>
          </a:bodyPr>
          <a:lstStyle>
            <a:lvl1pPr marL="457200" lvl="0" indent="-317500">
              <a:lnSpc>
                <a:spcPct val="115000"/>
              </a:lnSpc>
              <a:spcBef>
                <a:spcPts val="0"/>
              </a:spcBef>
              <a:spcAft>
                <a:spcPts val="0"/>
              </a:spcAft>
              <a:buSzPts val="1400"/>
              <a:buFont typeface="Nunito Light"/>
              <a:buChar char="●"/>
              <a:defRPr/>
            </a:lvl1pPr>
            <a:lvl2pPr marL="914400" lvl="1" indent="-317500">
              <a:lnSpc>
                <a:spcPct val="115000"/>
              </a:lnSpc>
              <a:spcBef>
                <a:spcPts val="0"/>
              </a:spcBef>
              <a:spcAft>
                <a:spcPts val="0"/>
              </a:spcAft>
              <a:buSzPts val="1400"/>
              <a:buFont typeface="Nunito Light"/>
              <a:buChar char="○"/>
              <a:defRPr/>
            </a:lvl2pPr>
            <a:lvl3pPr marL="1371600" lvl="2" indent="-317500">
              <a:lnSpc>
                <a:spcPct val="115000"/>
              </a:lnSpc>
              <a:spcBef>
                <a:spcPts val="0"/>
              </a:spcBef>
              <a:spcAft>
                <a:spcPts val="0"/>
              </a:spcAft>
              <a:buSzPts val="1400"/>
              <a:buFont typeface="Nunito Light"/>
              <a:buChar char="■"/>
              <a:defRPr/>
            </a:lvl3pPr>
            <a:lvl4pPr marL="1828800" lvl="3" indent="-317500">
              <a:lnSpc>
                <a:spcPct val="115000"/>
              </a:lnSpc>
              <a:spcBef>
                <a:spcPts val="0"/>
              </a:spcBef>
              <a:spcAft>
                <a:spcPts val="0"/>
              </a:spcAft>
              <a:buSzPts val="1400"/>
              <a:buFont typeface="Nunito Light"/>
              <a:buChar char="●"/>
              <a:defRPr/>
            </a:lvl4pPr>
            <a:lvl5pPr marL="2286000" lvl="4" indent="-317500">
              <a:lnSpc>
                <a:spcPct val="115000"/>
              </a:lnSpc>
              <a:spcBef>
                <a:spcPts val="0"/>
              </a:spcBef>
              <a:spcAft>
                <a:spcPts val="0"/>
              </a:spcAft>
              <a:buSzPts val="1400"/>
              <a:buFont typeface="Nunito Light"/>
              <a:buChar char="○"/>
              <a:defRPr/>
            </a:lvl5pPr>
            <a:lvl6pPr marL="2743200" lvl="5" indent="-317500">
              <a:lnSpc>
                <a:spcPct val="115000"/>
              </a:lnSpc>
              <a:spcBef>
                <a:spcPts val="0"/>
              </a:spcBef>
              <a:spcAft>
                <a:spcPts val="0"/>
              </a:spcAft>
              <a:buSzPts val="1400"/>
              <a:buFont typeface="Nunito Light"/>
              <a:buChar char="■"/>
              <a:defRPr/>
            </a:lvl6pPr>
            <a:lvl7pPr marL="3200400" lvl="6" indent="-317500">
              <a:lnSpc>
                <a:spcPct val="115000"/>
              </a:lnSpc>
              <a:spcBef>
                <a:spcPts val="0"/>
              </a:spcBef>
              <a:spcAft>
                <a:spcPts val="0"/>
              </a:spcAft>
              <a:buSzPts val="1400"/>
              <a:buFont typeface="Nunito Light"/>
              <a:buChar char="●"/>
              <a:defRPr/>
            </a:lvl7pPr>
            <a:lvl8pPr marL="3657600" lvl="7" indent="-317500">
              <a:lnSpc>
                <a:spcPct val="115000"/>
              </a:lnSpc>
              <a:spcBef>
                <a:spcPts val="0"/>
              </a:spcBef>
              <a:spcAft>
                <a:spcPts val="0"/>
              </a:spcAft>
              <a:buSzPts val="1400"/>
              <a:buFont typeface="Nunito Light"/>
              <a:buChar char="○"/>
              <a:defRPr/>
            </a:lvl8pPr>
            <a:lvl9pPr marL="4114800" lvl="8" indent="-317500">
              <a:lnSpc>
                <a:spcPct val="115000"/>
              </a:lnSpc>
              <a:spcBef>
                <a:spcPts val="0"/>
              </a:spcBef>
              <a:spcAft>
                <a:spcPts val="0"/>
              </a:spcAft>
              <a:buSzPts val="1400"/>
              <a:buFont typeface="Nunito Light"/>
              <a:buChar char="■"/>
              <a:defRPr/>
            </a:lvl9pPr>
          </a:lstStyle>
          <a:p>
            <a:endParaRPr/>
          </a:p>
        </p:txBody>
      </p:sp>
      <p:grpSp>
        <p:nvGrpSpPr>
          <p:cNvPr id="1004" name="Google Shape;1004;p76"/>
          <p:cNvGrpSpPr/>
          <p:nvPr/>
        </p:nvGrpSpPr>
        <p:grpSpPr>
          <a:xfrm>
            <a:off x="150" y="2779250"/>
            <a:ext cx="10103250" cy="2785475"/>
            <a:chOff x="150" y="2779250"/>
            <a:chExt cx="10103250" cy="2785475"/>
          </a:xfrm>
        </p:grpSpPr>
        <p:sp>
          <p:nvSpPr>
            <p:cNvPr id="1005" name="Google Shape;1005;p76"/>
            <p:cNvSpPr/>
            <p:nvPr/>
          </p:nvSpPr>
          <p:spPr>
            <a:xfrm rot="5400000">
              <a:off x="1591200" y="3141175"/>
              <a:ext cx="8325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006" name="Google Shape;1006;p76"/>
            <p:cNvSpPr/>
            <p:nvPr/>
          </p:nvSpPr>
          <p:spPr>
            <a:xfrm rot="-5400000">
              <a:off x="8206500" y="2779250"/>
              <a:ext cx="1896900" cy="1896900"/>
            </a:xfrm>
            <a:prstGeom prst="blockArc">
              <a:avLst>
                <a:gd name="adj1" fmla="val 10800000"/>
                <a:gd name="adj2" fmla="val 21539247"/>
                <a:gd name="adj3" fmla="val 17334"/>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1007" name="Google Shape;1007;p76"/>
          <p:cNvGrpSpPr/>
          <p:nvPr/>
        </p:nvGrpSpPr>
        <p:grpSpPr>
          <a:xfrm>
            <a:off x="2" y="156617"/>
            <a:ext cx="1462273" cy="4821940"/>
            <a:chOff x="2" y="156617"/>
            <a:chExt cx="1462273" cy="4821940"/>
          </a:xfrm>
        </p:grpSpPr>
        <p:grpSp>
          <p:nvGrpSpPr>
            <p:cNvPr id="1008" name="Google Shape;1008;p76"/>
            <p:cNvGrpSpPr/>
            <p:nvPr/>
          </p:nvGrpSpPr>
          <p:grpSpPr>
            <a:xfrm>
              <a:off x="2" y="156617"/>
              <a:ext cx="719987" cy="944360"/>
              <a:chOff x="2" y="156617"/>
              <a:chExt cx="719987" cy="944360"/>
            </a:xfrm>
          </p:grpSpPr>
          <p:pic>
            <p:nvPicPr>
              <p:cNvPr id="1009" name="Google Shape;1009;p76"/>
              <p:cNvPicPr preferRelativeResize="0"/>
              <p:nvPr/>
            </p:nvPicPr>
            <p:blipFill>
              <a:blip r:embed="rId3">
                <a:alphaModFix/>
              </a:blip>
              <a:stretch>
                <a:fillRect/>
              </a:stretch>
            </p:blipFill>
            <p:spPr>
              <a:xfrm rot="-1083101" flipH="1">
                <a:off x="52781" y="591511"/>
                <a:ext cx="571953" cy="431470"/>
              </a:xfrm>
              <a:prstGeom prst="rect">
                <a:avLst/>
              </a:prstGeom>
              <a:noFill/>
              <a:ln>
                <a:noFill/>
              </a:ln>
            </p:spPr>
          </p:pic>
          <p:pic>
            <p:nvPicPr>
              <p:cNvPr id="1010" name="Google Shape;1010;p76"/>
              <p:cNvPicPr preferRelativeResize="0"/>
              <p:nvPr/>
            </p:nvPicPr>
            <p:blipFill>
              <a:blip r:embed="rId4">
                <a:alphaModFix/>
              </a:blip>
              <a:stretch>
                <a:fillRect/>
              </a:stretch>
            </p:blipFill>
            <p:spPr>
              <a:xfrm rot="-7447720" flipH="1">
                <a:off x="199687" y="329411"/>
                <a:ext cx="542048" cy="234885"/>
              </a:xfrm>
              <a:prstGeom prst="rect">
                <a:avLst/>
              </a:prstGeom>
              <a:noFill/>
              <a:ln>
                <a:noFill/>
              </a:ln>
            </p:spPr>
          </p:pic>
        </p:grpSp>
        <p:grpSp>
          <p:nvGrpSpPr>
            <p:cNvPr id="1011" name="Google Shape;1011;p76"/>
            <p:cNvGrpSpPr/>
            <p:nvPr/>
          </p:nvGrpSpPr>
          <p:grpSpPr>
            <a:xfrm>
              <a:off x="359837" y="4401391"/>
              <a:ext cx="1102438" cy="577167"/>
              <a:chOff x="359837" y="4401391"/>
              <a:chExt cx="1102438" cy="577167"/>
            </a:xfrm>
          </p:grpSpPr>
          <p:pic>
            <p:nvPicPr>
              <p:cNvPr id="1012" name="Google Shape;1012;p76"/>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1013" name="Google Shape;1013;p76"/>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sp>
        <p:nvSpPr>
          <p:cNvPr id="1014" name="Google Shape;1014;p7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015"/>
        <p:cNvGrpSpPr/>
        <p:nvPr/>
      </p:nvGrpSpPr>
      <p:grpSpPr>
        <a:xfrm>
          <a:off x="0" y="0"/>
          <a:ext cx="0" cy="0"/>
          <a:chOff x="0" y="0"/>
          <a:chExt cx="0" cy="0"/>
        </a:xfrm>
      </p:grpSpPr>
      <p:pic>
        <p:nvPicPr>
          <p:cNvPr id="1016" name="Google Shape;1016;p77"/>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017" name="Google Shape;1017;p7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018" name="Google Shape;1018;p77"/>
          <p:cNvSpPr txBox="1">
            <a:spLocks noGrp="1"/>
          </p:cNvSpPr>
          <p:nvPr>
            <p:ph type="subTitle" idx="1"/>
          </p:nvPr>
        </p:nvSpPr>
        <p:spPr>
          <a:xfrm>
            <a:off x="5055285" y="3805874"/>
            <a:ext cx="26793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1400" b="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019" name="Google Shape;1019;p77"/>
          <p:cNvSpPr txBox="1">
            <a:spLocks noGrp="1"/>
          </p:cNvSpPr>
          <p:nvPr>
            <p:ph type="subTitle" idx="2"/>
          </p:nvPr>
        </p:nvSpPr>
        <p:spPr>
          <a:xfrm>
            <a:off x="1526214" y="3805874"/>
            <a:ext cx="26817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1400" b="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020" name="Google Shape;1020;p77"/>
          <p:cNvSpPr txBox="1">
            <a:spLocks noGrp="1"/>
          </p:cNvSpPr>
          <p:nvPr>
            <p:ph type="subTitle" idx="3"/>
          </p:nvPr>
        </p:nvSpPr>
        <p:spPr>
          <a:xfrm>
            <a:off x="5055275" y="3051950"/>
            <a:ext cx="2679300" cy="795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1021" name="Google Shape;1021;p77"/>
          <p:cNvSpPr txBox="1">
            <a:spLocks noGrp="1"/>
          </p:cNvSpPr>
          <p:nvPr>
            <p:ph type="subTitle" idx="4"/>
          </p:nvPr>
        </p:nvSpPr>
        <p:spPr>
          <a:xfrm>
            <a:off x="1526214" y="3051950"/>
            <a:ext cx="2681700" cy="795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grpSp>
        <p:nvGrpSpPr>
          <p:cNvPr id="1022" name="Google Shape;1022;p77"/>
          <p:cNvGrpSpPr/>
          <p:nvPr/>
        </p:nvGrpSpPr>
        <p:grpSpPr>
          <a:xfrm>
            <a:off x="150" y="2779250"/>
            <a:ext cx="10103250" cy="2785475"/>
            <a:chOff x="150" y="2779250"/>
            <a:chExt cx="10103250" cy="2785475"/>
          </a:xfrm>
        </p:grpSpPr>
        <p:sp>
          <p:nvSpPr>
            <p:cNvPr id="1023" name="Google Shape;1023;p77"/>
            <p:cNvSpPr/>
            <p:nvPr/>
          </p:nvSpPr>
          <p:spPr>
            <a:xfrm rot="5400000">
              <a:off x="1591200" y="3141175"/>
              <a:ext cx="8325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024" name="Google Shape;1024;p77"/>
            <p:cNvSpPr/>
            <p:nvPr/>
          </p:nvSpPr>
          <p:spPr>
            <a:xfrm rot="-5400000">
              <a:off x="8206500" y="2779250"/>
              <a:ext cx="1896900" cy="1896900"/>
            </a:xfrm>
            <a:prstGeom prst="blockArc">
              <a:avLst>
                <a:gd name="adj1" fmla="val 10800000"/>
                <a:gd name="adj2" fmla="val 21539247"/>
                <a:gd name="adj3" fmla="val 17334"/>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1025" name="Google Shape;1025;p77"/>
          <p:cNvGrpSpPr/>
          <p:nvPr/>
        </p:nvGrpSpPr>
        <p:grpSpPr>
          <a:xfrm>
            <a:off x="2" y="156617"/>
            <a:ext cx="10103400" cy="4994633"/>
            <a:chOff x="2" y="156617"/>
            <a:chExt cx="10103400" cy="4994633"/>
          </a:xfrm>
        </p:grpSpPr>
        <p:grpSp>
          <p:nvGrpSpPr>
            <p:cNvPr id="1026" name="Google Shape;1026;p77"/>
            <p:cNvGrpSpPr/>
            <p:nvPr/>
          </p:nvGrpSpPr>
          <p:grpSpPr>
            <a:xfrm>
              <a:off x="2" y="156617"/>
              <a:ext cx="719987" cy="944360"/>
              <a:chOff x="2" y="156617"/>
              <a:chExt cx="719987" cy="944360"/>
            </a:xfrm>
          </p:grpSpPr>
          <p:pic>
            <p:nvPicPr>
              <p:cNvPr id="1027" name="Google Shape;1027;p77"/>
              <p:cNvPicPr preferRelativeResize="0"/>
              <p:nvPr/>
            </p:nvPicPr>
            <p:blipFill>
              <a:blip r:embed="rId3">
                <a:alphaModFix/>
              </a:blip>
              <a:stretch>
                <a:fillRect/>
              </a:stretch>
            </p:blipFill>
            <p:spPr>
              <a:xfrm rot="-1083101" flipH="1">
                <a:off x="52781" y="591511"/>
                <a:ext cx="571953" cy="431470"/>
              </a:xfrm>
              <a:prstGeom prst="rect">
                <a:avLst/>
              </a:prstGeom>
              <a:noFill/>
              <a:ln>
                <a:noFill/>
              </a:ln>
            </p:spPr>
          </p:pic>
          <p:pic>
            <p:nvPicPr>
              <p:cNvPr id="1028" name="Google Shape;1028;p77"/>
              <p:cNvPicPr preferRelativeResize="0"/>
              <p:nvPr/>
            </p:nvPicPr>
            <p:blipFill>
              <a:blip r:embed="rId4">
                <a:alphaModFix/>
              </a:blip>
              <a:stretch>
                <a:fillRect/>
              </a:stretch>
            </p:blipFill>
            <p:spPr>
              <a:xfrm rot="-7447720" flipH="1">
                <a:off x="199687" y="329411"/>
                <a:ext cx="542048" cy="234885"/>
              </a:xfrm>
              <a:prstGeom prst="rect">
                <a:avLst/>
              </a:prstGeom>
              <a:noFill/>
              <a:ln>
                <a:noFill/>
              </a:ln>
            </p:spPr>
          </p:pic>
        </p:grpSp>
        <p:pic>
          <p:nvPicPr>
            <p:cNvPr id="1029" name="Google Shape;1029;p77"/>
            <p:cNvPicPr preferRelativeResize="0"/>
            <p:nvPr/>
          </p:nvPicPr>
          <p:blipFill>
            <a:blip r:embed="rId5">
              <a:alphaModFix/>
            </a:blip>
            <a:stretch>
              <a:fillRect/>
            </a:stretch>
          </p:blipFill>
          <p:spPr>
            <a:xfrm>
              <a:off x="7896901" y="867925"/>
              <a:ext cx="2206501" cy="4283325"/>
            </a:xfrm>
            <a:prstGeom prst="rect">
              <a:avLst/>
            </a:prstGeom>
            <a:noFill/>
            <a:ln>
              <a:noFill/>
            </a:ln>
            <a:effectLst>
              <a:outerShdw blurRad="57150" dist="47625" dir="5400000" algn="bl" rotWithShape="0">
                <a:schemeClr val="dk1">
                  <a:alpha val="37000"/>
                </a:schemeClr>
              </a:outerShdw>
            </a:effectLst>
          </p:spPr>
        </p:pic>
        <p:grpSp>
          <p:nvGrpSpPr>
            <p:cNvPr id="1030" name="Google Shape;1030;p77"/>
            <p:cNvGrpSpPr/>
            <p:nvPr/>
          </p:nvGrpSpPr>
          <p:grpSpPr>
            <a:xfrm>
              <a:off x="359837" y="4401391"/>
              <a:ext cx="1102438" cy="577167"/>
              <a:chOff x="359837" y="4401391"/>
              <a:chExt cx="1102438" cy="577167"/>
            </a:xfrm>
          </p:grpSpPr>
          <p:pic>
            <p:nvPicPr>
              <p:cNvPr id="1031" name="Google Shape;1031;p77"/>
              <p:cNvPicPr preferRelativeResize="0"/>
              <p:nvPr/>
            </p:nvPicPr>
            <p:blipFill>
              <a:blip r:embed="rId6">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1032" name="Google Shape;1032;p77"/>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sp>
        <p:nvSpPr>
          <p:cNvPr id="1033" name="Google Shape;1033;p7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34"/>
        <p:cNvGrpSpPr/>
        <p:nvPr/>
      </p:nvGrpSpPr>
      <p:grpSpPr>
        <a:xfrm>
          <a:off x="0" y="0"/>
          <a:ext cx="0" cy="0"/>
          <a:chOff x="0" y="0"/>
          <a:chExt cx="0" cy="0"/>
        </a:xfrm>
      </p:grpSpPr>
      <p:pic>
        <p:nvPicPr>
          <p:cNvPr id="1035" name="Google Shape;1035;p78"/>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036" name="Google Shape;1036;p7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grpSp>
        <p:nvGrpSpPr>
          <p:cNvPr id="1037" name="Google Shape;1037;p78"/>
          <p:cNvGrpSpPr/>
          <p:nvPr/>
        </p:nvGrpSpPr>
        <p:grpSpPr>
          <a:xfrm>
            <a:off x="5129400" y="4543750"/>
            <a:ext cx="4014600" cy="1205100"/>
            <a:chOff x="5129400" y="4543750"/>
            <a:chExt cx="4014600" cy="1205100"/>
          </a:xfrm>
        </p:grpSpPr>
        <p:sp>
          <p:nvSpPr>
            <p:cNvPr id="1038" name="Google Shape;1038;p78"/>
            <p:cNvSpPr/>
            <p:nvPr/>
          </p:nvSpPr>
          <p:spPr>
            <a:xfrm rot="-5400000" flipH="1">
              <a:off x="6722850" y="3138775"/>
              <a:ext cx="8277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039" name="Google Shape;1039;p78"/>
            <p:cNvSpPr/>
            <p:nvPr/>
          </p:nvSpPr>
          <p:spPr>
            <a:xfrm flipH="1">
              <a:off x="6209725" y="4543750"/>
              <a:ext cx="1205100" cy="1205100"/>
            </a:xfrm>
            <a:prstGeom prst="blockArc">
              <a:avLst>
                <a:gd name="adj1" fmla="val 10800000"/>
                <a:gd name="adj2" fmla="val 93824"/>
                <a:gd name="adj3" fmla="val 19896"/>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1040" name="Google Shape;1040;p78"/>
          <p:cNvGrpSpPr/>
          <p:nvPr/>
        </p:nvGrpSpPr>
        <p:grpSpPr>
          <a:xfrm>
            <a:off x="2" y="156617"/>
            <a:ext cx="9296400" cy="4986881"/>
            <a:chOff x="2" y="156617"/>
            <a:chExt cx="9296400" cy="4986881"/>
          </a:xfrm>
        </p:grpSpPr>
        <p:grpSp>
          <p:nvGrpSpPr>
            <p:cNvPr id="1041" name="Google Shape;1041;p78"/>
            <p:cNvGrpSpPr/>
            <p:nvPr/>
          </p:nvGrpSpPr>
          <p:grpSpPr>
            <a:xfrm>
              <a:off x="2" y="156617"/>
              <a:ext cx="719987" cy="944360"/>
              <a:chOff x="2" y="156617"/>
              <a:chExt cx="719987" cy="944360"/>
            </a:xfrm>
          </p:grpSpPr>
          <p:pic>
            <p:nvPicPr>
              <p:cNvPr id="1042" name="Google Shape;1042;p78"/>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1043" name="Google Shape;1043;p78"/>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pic>
          <p:nvPicPr>
            <p:cNvPr id="1044" name="Google Shape;1044;p78"/>
            <p:cNvPicPr preferRelativeResize="0"/>
            <p:nvPr/>
          </p:nvPicPr>
          <p:blipFill>
            <a:blip r:embed="rId5">
              <a:alphaModFix/>
            </a:blip>
            <a:stretch>
              <a:fillRect/>
            </a:stretch>
          </p:blipFill>
          <p:spPr>
            <a:xfrm>
              <a:off x="8234451" y="3225800"/>
              <a:ext cx="1061951" cy="1917698"/>
            </a:xfrm>
            <a:prstGeom prst="rect">
              <a:avLst/>
            </a:prstGeom>
            <a:noFill/>
            <a:ln>
              <a:noFill/>
            </a:ln>
            <a:effectLst>
              <a:outerShdw blurRad="57150" dist="19050" dir="5400000" algn="bl" rotWithShape="0">
                <a:schemeClr val="dk1">
                  <a:alpha val="50000"/>
                </a:schemeClr>
              </a:outerShdw>
            </a:effectLst>
          </p:spPr>
        </p:pic>
      </p:grpSp>
      <p:sp>
        <p:nvSpPr>
          <p:cNvPr id="1045" name="Google Shape;1045;p7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46"/>
        <p:cNvGrpSpPr/>
        <p:nvPr/>
      </p:nvGrpSpPr>
      <p:grpSpPr>
        <a:xfrm>
          <a:off x="0" y="0"/>
          <a:ext cx="0" cy="0"/>
          <a:chOff x="0" y="0"/>
          <a:chExt cx="0" cy="0"/>
        </a:xfrm>
      </p:grpSpPr>
      <p:pic>
        <p:nvPicPr>
          <p:cNvPr id="1047" name="Google Shape;1047;p79"/>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048" name="Google Shape;1048;p79"/>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049" name="Google Shape;1049;p79"/>
          <p:cNvSpPr txBox="1">
            <a:spLocks noGrp="1"/>
          </p:cNvSpPr>
          <p:nvPr>
            <p:ph type="subTitle" idx="1"/>
          </p:nvPr>
        </p:nvSpPr>
        <p:spPr>
          <a:xfrm>
            <a:off x="1146725" y="1700300"/>
            <a:ext cx="4294800" cy="2298300"/>
          </a:xfrm>
          <a:prstGeom prst="rect">
            <a:avLst/>
          </a:prstGeom>
        </p:spPr>
        <p:txBody>
          <a:bodyPr spcFirstLastPara="1" wrap="square" lIns="91425" tIns="91425" rIns="91425" bIns="91425" anchor="t" anchorCtr="0">
            <a:noAutofit/>
          </a:bodyPr>
          <a:lstStyle>
            <a:lvl1pPr lvl="0">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a:endParaRPr/>
          </a:p>
        </p:txBody>
      </p:sp>
      <p:sp>
        <p:nvSpPr>
          <p:cNvPr id="1050" name="Google Shape;1050;p79"/>
          <p:cNvSpPr/>
          <p:nvPr/>
        </p:nvSpPr>
        <p:spPr>
          <a:xfrm rot="5400000">
            <a:off x="1591200" y="3141175"/>
            <a:ext cx="8325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1051" name="Google Shape;1051;p79"/>
          <p:cNvGrpSpPr/>
          <p:nvPr/>
        </p:nvGrpSpPr>
        <p:grpSpPr>
          <a:xfrm>
            <a:off x="2" y="156617"/>
            <a:ext cx="1462273" cy="4821940"/>
            <a:chOff x="2" y="156617"/>
            <a:chExt cx="1462273" cy="4821940"/>
          </a:xfrm>
        </p:grpSpPr>
        <p:grpSp>
          <p:nvGrpSpPr>
            <p:cNvPr id="1052" name="Google Shape;1052;p79"/>
            <p:cNvGrpSpPr/>
            <p:nvPr/>
          </p:nvGrpSpPr>
          <p:grpSpPr>
            <a:xfrm>
              <a:off x="2" y="156617"/>
              <a:ext cx="719987" cy="944360"/>
              <a:chOff x="2" y="156617"/>
              <a:chExt cx="719987" cy="944360"/>
            </a:xfrm>
          </p:grpSpPr>
          <p:pic>
            <p:nvPicPr>
              <p:cNvPr id="1053" name="Google Shape;1053;p79"/>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1054" name="Google Shape;1054;p79"/>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nvGrpSpPr>
            <p:cNvPr id="1055" name="Google Shape;1055;p79"/>
            <p:cNvGrpSpPr/>
            <p:nvPr/>
          </p:nvGrpSpPr>
          <p:grpSpPr>
            <a:xfrm>
              <a:off x="359837" y="4401391"/>
              <a:ext cx="1102438" cy="577167"/>
              <a:chOff x="359837" y="4401391"/>
              <a:chExt cx="1102438" cy="577167"/>
            </a:xfrm>
          </p:grpSpPr>
          <p:pic>
            <p:nvPicPr>
              <p:cNvPr id="1056" name="Google Shape;1056;p79"/>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1057" name="Google Shape;1057;p79"/>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sp>
        <p:nvSpPr>
          <p:cNvPr id="1058" name="Google Shape;1058;p7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059"/>
        <p:cNvGrpSpPr/>
        <p:nvPr/>
      </p:nvGrpSpPr>
      <p:grpSpPr>
        <a:xfrm>
          <a:off x="0" y="0"/>
          <a:ext cx="0" cy="0"/>
          <a:chOff x="0" y="0"/>
          <a:chExt cx="0" cy="0"/>
        </a:xfrm>
      </p:grpSpPr>
      <p:pic>
        <p:nvPicPr>
          <p:cNvPr id="1060" name="Google Shape;1060;p80"/>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061" name="Google Shape;1061;p80"/>
          <p:cNvSpPr txBox="1">
            <a:spLocks noGrp="1"/>
          </p:cNvSpPr>
          <p:nvPr>
            <p:ph type="title"/>
          </p:nvPr>
        </p:nvSpPr>
        <p:spPr>
          <a:xfrm>
            <a:off x="1768550" y="1714500"/>
            <a:ext cx="5607000" cy="17145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1062" name="Google Shape;1062;p80"/>
          <p:cNvGrpSpPr/>
          <p:nvPr/>
        </p:nvGrpSpPr>
        <p:grpSpPr>
          <a:xfrm>
            <a:off x="-421050" y="0"/>
            <a:ext cx="10524450" cy="5564725"/>
            <a:chOff x="-421050" y="0"/>
            <a:chExt cx="10524450" cy="5564725"/>
          </a:xfrm>
        </p:grpSpPr>
        <p:sp>
          <p:nvSpPr>
            <p:cNvPr id="1063" name="Google Shape;1063;p80"/>
            <p:cNvSpPr/>
            <p:nvPr/>
          </p:nvSpPr>
          <p:spPr>
            <a:xfrm rot="10800000">
              <a:off x="-421050" y="0"/>
              <a:ext cx="916800" cy="2325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064" name="Google Shape;1064;p80"/>
            <p:cNvSpPr/>
            <p:nvPr/>
          </p:nvSpPr>
          <p:spPr>
            <a:xfrm rot="5400000">
              <a:off x="1591200" y="3141175"/>
              <a:ext cx="8325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065" name="Google Shape;1065;p80"/>
            <p:cNvSpPr/>
            <p:nvPr/>
          </p:nvSpPr>
          <p:spPr>
            <a:xfrm rot="-5400000">
              <a:off x="8206500" y="2779250"/>
              <a:ext cx="1896900" cy="1896900"/>
            </a:xfrm>
            <a:prstGeom prst="blockArc">
              <a:avLst>
                <a:gd name="adj1" fmla="val 10800000"/>
                <a:gd name="adj2" fmla="val 21539247"/>
                <a:gd name="adj3" fmla="val 17334"/>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1066" name="Google Shape;1066;p80"/>
          <p:cNvGrpSpPr/>
          <p:nvPr/>
        </p:nvGrpSpPr>
        <p:grpSpPr>
          <a:xfrm>
            <a:off x="-148218" y="81904"/>
            <a:ext cx="10251619" cy="5069347"/>
            <a:chOff x="-148218" y="81904"/>
            <a:chExt cx="10251619" cy="5069347"/>
          </a:xfrm>
        </p:grpSpPr>
        <p:pic>
          <p:nvPicPr>
            <p:cNvPr id="1067" name="Google Shape;1067;p80"/>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dist="47625" dir="5400000" algn="bl" rotWithShape="0">
                <a:schemeClr val="dk1">
                  <a:alpha val="37000"/>
                </a:schemeClr>
              </a:outerShdw>
            </a:effectLst>
          </p:spPr>
        </p:pic>
        <p:grpSp>
          <p:nvGrpSpPr>
            <p:cNvPr id="1068" name="Google Shape;1068;p80"/>
            <p:cNvGrpSpPr/>
            <p:nvPr/>
          </p:nvGrpSpPr>
          <p:grpSpPr>
            <a:xfrm>
              <a:off x="359837" y="4401391"/>
              <a:ext cx="1102438" cy="577167"/>
              <a:chOff x="359837" y="4401391"/>
              <a:chExt cx="1102438" cy="577167"/>
            </a:xfrm>
          </p:grpSpPr>
          <p:pic>
            <p:nvPicPr>
              <p:cNvPr id="1069" name="Google Shape;1069;p80"/>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1070" name="Google Shape;1070;p80"/>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nvGrpSpPr>
            <p:cNvPr id="1071" name="Google Shape;1071;p80"/>
            <p:cNvGrpSpPr/>
            <p:nvPr/>
          </p:nvGrpSpPr>
          <p:grpSpPr>
            <a:xfrm>
              <a:off x="-148218" y="81904"/>
              <a:ext cx="1188426" cy="1227668"/>
              <a:chOff x="-7843" y="83454"/>
              <a:chExt cx="1188426" cy="1227668"/>
            </a:xfrm>
          </p:grpSpPr>
          <p:pic>
            <p:nvPicPr>
              <p:cNvPr id="1072" name="Google Shape;1072;p80"/>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dist="19050" dir="5400000" algn="bl" rotWithShape="0">
                  <a:schemeClr val="dk1">
                    <a:alpha val="67000"/>
                  </a:schemeClr>
                </a:outerShdw>
              </a:effectLst>
            </p:spPr>
          </p:pic>
          <p:pic>
            <p:nvPicPr>
              <p:cNvPr id="1073" name="Google Shape;1073;p80"/>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dist="19050" dir="5400000" algn="bl" rotWithShape="0">
                  <a:schemeClr val="dk1">
                    <a:alpha val="67000"/>
                  </a:schemeClr>
                </a:outerShdw>
              </a:effectLst>
            </p:spPr>
          </p:pic>
          <p:pic>
            <p:nvPicPr>
              <p:cNvPr id="1074" name="Google Shape;1074;p80"/>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dist="19050" dir="5400000" algn="bl" rotWithShape="0">
                  <a:schemeClr val="dk1">
                    <a:alpha val="67000"/>
                  </a:schemeClr>
                </a:outerShdw>
              </a:effectLst>
            </p:spPr>
          </p:pic>
        </p:grpSp>
      </p:grpSp>
      <p:sp>
        <p:nvSpPr>
          <p:cNvPr id="1075" name="Google Shape;1075;p8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076"/>
        <p:cNvGrpSpPr/>
        <p:nvPr/>
      </p:nvGrpSpPr>
      <p:grpSpPr>
        <a:xfrm>
          <a:off x="0" y="0"/>
          <a:ext cx="0" cy="0"/>
          <a:chOff x="0" y="0"/>
          <a:chExt cx="0" cy="0"/>
        </a:xfrm>
      </p:grpSpPr>
      <p:pic>
        <p:nvPicPr>
          <p:cNvPr id="1077" name="Google Shape;1077;p81"/>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078" name="Google Shape;1078;p81"/>
          <p:cNvSpPr txBox="1">
            <a:spLocks noGrp="1"/>
          </p:cNvSpPr>
          <p:nvPr>
            <p:ph type="title"/>
          </p:nvPr>
        </p:nvSpPr>
        <p:spPr>
          <a:xfrm>
            <a:off x="2135550" y="1503088"/>
            <a:ext cx="4872900" cy="1161300"/>
          </a:xfrm>
          <a:prstGeom prst="rect">
            <a:avLst/>
          </a:prstGeom>
        </p:spPr>
        <p:txBody>
          <a:bodyPr spcFirstLastPara="1" wrap="square" lIns="91425" tIns="91425" rIns="91425" bIns="91425" anchor="b" anchorCtr="0">
            <a:noAutofit/>
          </a:bodyPr>
          <a:lstStyle>
            <a:lvl1pPr lvl="0" algn="ctr">
              <a:spcBef>
                <a:spcPts val="0"/>
              </a:spcBef>
              <a:spcAft>
                <a:spcPts val="0"/>
              </a:spcAft>
              <a:buSzPts val="6500"/>
              <a:buNone/>
              <a:defRPr sz="65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sp>
        <p:nvSpPr>
          <p:cNvPr id="1079" name="Google Shape;1079;p81"/>
          <p:cNvSpPr txBox="1">
            <a:spLocks noGrp="1"/>
          </p:cNvSpPr>
          <p:nvPr>
            <p:ph type="subTitle" idx="1"/>
          </p:nvPr>
        </p:nvSpPr>
        <p:spPr>
          <a:xfrm>
            <a:off x="2135550" y="2664513"/>
            <a:ext cx="4872900" cy="6711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1080" name="Google Shape;1080;p81"/>
          <p:cNvGrpSpPr/>
          <p:nvPr/>
        </p:nvGrpSpPr>
        <p:grpSpPr>
          <a:xfrm>
            <a:off x="0" y="-859375"/>
            <a:ext cx="9504775" cy="6608225"/>
            <a:chOff x="0" y="-859375"/>
            <a:chExt cx="9504775" cy="6608225"/>
          </a:xfrm>
        </p:grpSpPr>
        <p:grpSp>
          <p:nvGrpSpPr>
            <p:cNvPr id="1081" name="Google Shape;1081;p81"/>
            <p:cNvGrpSpPr/>
            <p:nvPr/>
          </p:nvGrpSpPr>
          <p:grpSpPr>
            <a:xfrm flipH="1">
              <a:off x="5129400" y="4543750"/>
              <a:ext cx="4014600" cy="1205100"/>
              <a:chOff x="150" y="4543750"/>
              <a:chExt cx="4014600" cy="1205100"/>
            </a:xfrm>
          </p:grpSpPr>
          <p:sp>
            <p:nvSpPr>
              <p:cNvPr id="1082" name="Google Shape;1082;p81"/>
              <p:cNvSpPr/>
              <p:nvPr/>
            </p:nvSpPr>
            <p:spPr>
              <a:xfrm rot="5400000">
                <a:off x="1592700" y="3139675"/>
                <a:ext cx="8295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083" name="Google Shape;1083;p81"/>
              <p:cNvSpPr/>
              <p:nvPr/>
            </p:nvSpPr>
            <p:spPr>
              <a:xfrm>
                <a:off x="2421475" y="4543750"/>
                <a:ext cx="1205100" cy="1205100"/>
              </a:xfrm>
              <a:prstGeom prst="blockArc">
                <a:avLst>
                  <a:gd name="adj1" fmla="val 10800000"/>
                  <a:gd name="adj2" fmla="val 93824"/>
                  <a:gd name="adj3" fmla="val 19896"/>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1084" name="Google Shape;1084;p81"/>
            <p:cNvSpPr/>
            <p:nvPr/>
          </p:nvSpPr>
          <p:spPr>
            <a:xfrm rot="10800000" flipH="1">
              <a:off x="8793175" y="-30500"/>
              <a:ext cx="711600" cy="2325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1085" name="Google Shape;1085;p81"/>
            <p:cNvGrpSpPr/>
            <p:nvPr/>
          </p:nvGrpSpPr>
          <p:grpSpPr>
            <a:xfrm flipH="1">
              <a:off x="0" y="-859375"/>
              <a:ext cx="2489300" cy="1740000"/>
              <a:chOff x="6148925" y="-872075"/>
              <a:chExt cx="2489300" cy="1740000"/>
            </a:xfrm>
          </p:grpSpPr>
          <p:sp>
            <p:nvSpPr>
              <p:cNvPr id="1086" name="Google Shape;1086;p81"/>
              <p:cNvSpPr/>
              <p:nvPr/>
            </p:nvSpPr>
            <p:spPr>
              <a:xfrm>
                <a:off x="6898225" y="-872075"/>
                <a:ext cx="1740000" cy="1740000"/>
              </a:xfrm>
              <a:prstGeom prst="pie">
                <a:avLst>
                  <a:gd name="adj1" fmla="val 0"/>
                  <a:gd name="adj2" fmla="val 1080014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087" name="Google Shape;1087;p81"/>
              <p:cNvSpPr/>
              <p:nvPr/>
            </p:nvSpPr>
            <p:spPr>
              <a:xfrm rot="10800000">
                <a:off x="6148925" y="-604625"/>
                <a:ext cx="1205100" cy="1205100"/>
              </a:xfrm>
              <a:prstGeom prst="blockArc">
                <a:avLst>
                  <a:gd name="adj1" fmla="val 10800000"/>
                  <a:gd name="adj2" fmla="val 108721"/>
                  <a:gd name="adj3" fmla="val 22117"/>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grpSp>
        <p:nvGrpSpPr>
          <p:cNvPr id="1088" name="Google Shape;1088;p81"/>
          <p:cNvGrpSpPr/>
          <p:nvPr/>
        </p:nvGrpSpPr>
        <p:grpSpPr>
          <a:xfrm>
            <a:off x="-736999" y="-445900"/>
            <a:ext cx="10033401" cy="5589398"/>
            <a:chOff x="-736999" y="-445900"/>
            <a:chExt cx="10033401" cy="5589398"/>
          </a:xfrm>
        </p:grpSpPr>
        <p:pic>
          <p:nvPicPr>
            <p:cNvPr id="1089" name="Google Shape;1089;p81"/>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dist="19050" dir="5400000" algn="bl" rotWithShape="0">
                <a:schemeClr val="dk1">
                  <a:alpha val="50000"/>
                </a:schemeClr>
              </a:outerShdw>
            </a:effectLst>
          </p:spPr>
        </p:pic>
        <p:pic>
          <p:nvPicPr>
            <p:cNvPr id="1090" name="Google Shape;1090;p81"/>
            <p:cNvPicPr preferRelativeResize="0"/>
            <p:nvPr/>
          </p:nvPicPr>
          <p:blipFill>
            <a:blip r:embed="rId4">
              <a:alphaModFix/>
            </a:blip>
            <a:stretch>
              <a:fillRect/>
            </a:stretch>
          </p:blipFill>
          <p:spPr>
            <a:xfrm>
              <a:off x="8234451" y="3225800"/>
              <a:ext cx="1061951" cy="1917698"/>
            </a:xfrm>
            <a:prstGeom prst="rect">
              <a:avLst/>
            </a:prstGeom>
            <a:noFill/>
            <a:ln>
              <a:noFill/>
            </a:ln>
            <a:effectLst>
              <a:outerShdw blurRad="57150" dist="19050" dir="5400000" algn="bl" rotWithShape="0">
                <a:schemeClr val="dk1">
                  <a:alpha val="50000"/>
                </a:schemeClr>
              </a:outerShdw>
            </a:effectLst>
          </p:spPr>
        </p:pic>
      </p:grpSp>
      <p:sp>
        <p:nvSpPr>
          <p:cNvPr id="1091" name="Google Shape;1091;p8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092"/>
        <p:cNvGrpSpPr/>
        <p:nvPr/>
      </p:nvGrpSpPr>
      <p:grpSpPr>
        <a:xfrm>
          <a:off x="0" y="0"/>
          <a:ext cx="0" cy="0"/>
          <a:chOff x="0" y="0"/>
          <a:chExt cx="0" cy="0"/>
        </a:xfrm>
      </p:grpSpPr>
      <p:sp>
        <p:nvSpPr>
          <p:cNvPr id="1093" name="Google Shape;1093;p82"/>
          <p:cNvSpPr>
            <a:spLocks noGrp="1"/>
          </p:cNvSpPr>
          <p:nvPr>
            <p:ph type="pic" idx="2"/>
          </p:nvPr>
        </p:nvSpPr>
        <p:spPr>
          <a:xfrm>
            <a:off x="-25" y="-13725"/>
            <a:ext cx="9144000" cy="5157300"/>
          </a:xfrm>
          <a:prstGeom prst="rect">
            <a:avLst/>
          </a:prstGeom>
          <a:noFill/>
          <a:ln>
            <a:noFill/>
          </a:ln>
        </p:spPr>
      </p:sp>
      <p:sp>
        <p:nvSpPr>
          <p:cNvPr id="1094" name="Google Shape;1094;p82"/>
          <p:cNvSpPr txBox="1">
            <a:spLocks noGrp="1"/>
          </p:cNvSpPr>
          <p:nvPr>
            <p:ph type="title"/>
          </p:nvPr>
        </p:nvSpPr>
        <p:spPr>
          <a:xfrm>
            <a:off x="720000" y="4076700"/>
            <a:ext cx="7704000" cy="464400"/>
          </a:xfrm>
          <a:prstGeom prst="rect">
            <a:avLst/>
          </a:prstGeom>
          <a:solidFill>
            <a:schemeClr val="dk2"/>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a:spcBef>
                <a:spcPts val="0"/>
              </a:spcBef>
              <a:spcAft>
                <a:spcPts val="0"/>
              </a:spcAft>
              <a:buSzPts val="2500"/>
              <a:buNone/>
              <a:defRPr sz="24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sp>
        <p:nvSpPr>
          <p:cNvPr id="1095" name="Google Shape;1095;p8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96"/>
        <p:cNvGrpSpPr/>
        <p:nvPr/>
      </p:nvGrpSpPr>
      <p:grpSpPr>
        <a:xfrm>
          <a:off x="0" y="0"/>
          <a:ext cx="0" cy="0"/>
          <a:chOff x="0" y="0"/>
          <a:chExt cx="0" cy="0"/>
        </a:xfrm>
      </p:grpSpPr>
      <p:pic>
        <p:nvPicPr>
          <p:cNvPr id="1097" name="Google Shape;1097;p83"/>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098" name="Google Shape;1098;p83"/>
          <p:cNvSpPr txBox="1">
            <a:spLocks noGrp="1"/>
          </p:cNvSpPr>
          <p:nvPr>
            <p:ph type="title" hasCustomPrompt="1"/>
          </p:nvPr>
        </p:nvSpPr>
        <p:spPr>
          <a:xfrm>
            <a:off x="1284000" y="1814900"/>
            <a:ext cx="6576000" cy="10815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099" name="Google Shape;1099;p83"/>
          <p:cNvSpPr txBox="1">
            <a:spLocks noGrp="1"/>
          </p:cNvSpPr>
          <p:nvPr>
            <p:ph type="subTitle" idx="1"/>
          </p:nvPr>
        </p:nvSpPr>
        <p:spPr>
          <a:xfrm>
            <a:off x="1284000" y="2896600"/>
            <a:ext cx="6576000" cy="432000"/>
          </a:xfrm>
          <a:prstGeom prst="rect">
            <a:avLst/>
          </a:prstGeom>
        </p:spPr>
        <p:txBody>
          <a:bodyPr spcFirstLastPara="1" wrap="square" lIns="91425" tIns="91425" rIns="91425" bIns="91425" anchor="t" anchorCtr="0">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a:endParaRPr/>
          </a:p>
        </p:txBody>
      </p:sp>
      <p:grpSp>
        <p:nvGrpSpPr>
          <p:cNvPr id="1100" name="Google Shape;1100;p83"/>
          <p:cNvGrpSpPr/>
          <p:nvPr/>
        </p:nvGrpSpPr>
        <p:grpSpPr>
          <a:xfrm>
            <a:off x="-601700" y="-872075"/>
            <a:ext cx="10705100" cy="5548225"/>
            <a:chOff x="-601700" y="-872075"/>
            <a:chExt cx="10705100" cy="5548225"/>
          </a:xfrm>
        </p:grpSpPr>
        <p:sp>
          <p:nvSpPr>
            <p:cNvPr id="1101" name="Google Shape;1101;p83"/>
            <p:cNvSpPr/>
            <p:nvPr/>
          </p:nvSpPr>
          <p:spPr>
            <a:xfrm rot="-5400000">
              <a:off x="8206500" y="2779250"/>
              <a:ext cx="1896900" cy="1896900"/>
            </a:xfrm>
            <a:prstGeom prst="blockArc">
              <a:avLst>
                <a:gd name="adj1" fmla="val 10800000"/>
                <a:gd name="adj2" fmla="val 21596677"/>
                <a:gd name="adj3" fmla="val 11819"/>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1102" name="Google Shape;1102;p83"/>
            <p:cNvGrpSpPr/>
            <p:nvPr/>
          </p:nvGrpSpPr>
          <p:grpSpPr>
            <a:xfrm rot="5400000">
              <a:off x="-2006450" y="1404750"/>
              <a:ext cx="4014600" cy="1205100"/>
              <a:chOff x="150" y="4543750"/>
              <a:chExt cx="4014600" cy="1205100"/>
            </a:xfrm>
          </p:grpSpPr>
          <p:sp>
            <p:nvSpPr>
              <p:cNvPr id="1103" name="Google Shape;1103;p83"/>
              <p:cNvSpPr/>
              <p:nvPr/>
            </p:nvSpPr>
            <p:spPr>
              <a:xfrm rot="5400000">
                <a:off x="1622250" y="3110125"/>
                <a:ext cx="7704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104" name="Google Shape;1104;p83"/>
              <p:cNvSpPr/>
              <p:nvPr/>
            </p:nvSpPr>
            <p:spPr>
              <a:xfrm>
                <a:off x="262475" y="4543750"/>
                <a:ext cx="1205100" cy="1205100"/>
              </a:xfrm>
              <a:prstGeom prst="blockArc">
                <a:avLst>
                  <a:gd name="adj1" fmla="val 10800000"/>
                  <a:gd name="adj2" fmla="val 93824"/>
                  <a:gd name="adj3" fmla="val 19896"/>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1105" name="Google Shape;1105;p83"/>
            <p:cNvGrpSpPr/>
            <p:nvPr/>
          </p:nvGrpSpPr>
          <p:grpSpPr>
            <a:xfrm>
              <a:off x="6148925" y="-872075"/>
              <a:ext cx="2489300" cy="1740000"/>
              <a:chOff x="6148925" y="-872075"/>
              <a:chExt cx="2489300" cy="1740000"/>
            </a:xfrm>
          </p:grpSpPr>
          <p:sp>
            <p:nvSpPr>
              <p:cNvPr id="1106" name="Google Shape;1106;p83"/>
              <p:cNvSpPr/>
              <p:nvPr/>
            </p:nvSpPr>
            <p:spPr>
              <a:xfrm>
                <a:off x="6898225" y="-872075"/>
                <a:ext cx="1740000" cy="1740000"/>
              </a:xfrm>
              <a:prstGeom prst="pie">
                <a:avLst>
                  <a:gd name="adj1" fmla="val 0"/>
                  <a:gd name="adj2" fmla="val 1080014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107" name="Google Shape;1107;p83"/>
              <p:cNvSpPr/>
              <p:nvPr/>
            </p:nvSpPr>
            <p:spPr>
              <a:xfrm rot="10800000">
                <a:off x="6148925" y="-604625"/>
                <a:ext cx="1205100" cy="1205100"/>
              </a:xfrm>
              <a:prstGeom prst="blockArc">
                <a:avLst>
                  <a:gd name="adj1" fmla="val 10800000"/>
                  <a:gd name="adj2" fmla="val 108721"/>
                  <a:gd name="adj3" fmla="val 22117"/>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grpSp>
        <p:nvGrpSpPr>
          <p:cNvPr id="1108" name="Google Shape;1108;p83"/>
          <p:cNvGrpSpPr/>
          <p:nvPr/>
        </p:nvGrpSpPr>
        <p:grpSpPr>
          <a:xfrm>
            <a:off x="-100888" y="2838714"/>
            <a:ext cx="9155766" cy="2341969"/>
            <a:chOff x="-100888" y="2838714"/>
            <a:chExt cx="9155766" cy="2341969"/>
          </a:xfrm>
        </p:grpSpPr>
        <p:grpSp>
          <p:nvGrpSpPr>
            <p:cNvPr id="1109" name="Google Shape;1109;p83"/>
            <p:cNvGrpSpPr/>
            <p:nvPr/>
          </p:nvGrpSpPr>
          <p:grpSpPr>
            <a:xfrm>
              <a:off x="8206512" y="4230524"/>
              <a:ext cx="848365" cy="950159"/>
              <a:chOff x="41662" y="277999"/>
              <a:chExt cx="848365" cy="950159"/>
            </a:xfrm>
          </p:grpSpPr>
          <p:pic>
            <p:nvPicPr>
              <p:cNvPr id="1110" name="Google Shape;1110;p83"/>
              <p:cNvPicPr preferRelativeResize="0"/>
              <p:nvPr/>
            </p:nvPicPr>
            <p:blipFill>
              <a:blip r:embed="rId3">
                <a:alphaModFix/>
              </a:blip>
              <a:stretch>
                <a:fillRect/>
              </a:stretch>
            </p:blipFill>
            <p:spPr>
              <a:xfrm rot="-1083129" flipH="1">
                <a:off x="101303" y="652430"/>
                <a:ext cx="646323" cy="487587"/>
              </a:xfrm>
              <a:prstGeom prst="rect">
                <a:avLst/>
              </a:prstGeom>
              <a:noFill/>
              <a:ln>
                <a:noFill/>
              </a:ln>
              <a:effectLst>
                <a:outerShdw blurRad="57150" dist="19050" dir="5400000" algn="bl" rotWithShape="0">
                  <a:schemeClr val="dk1">
                    <a:alpha val="50000"/>
                  </a:schemeClr>
                </a:outerShdw>
              </a:effectLst>
            </p:spPr>
          </p:pic>
          <p:pic>
            <p:nvPicPr>
              <p:cNvPr id="1111" name="Google Shape;1111;p83"/>
              <p:cNvPicPr preferRelativeResize="0"/>
              <p:nvPr/>
            </p:nvPicPr>
            <p:blipFill>
              <a:blip r:embed="rId3">
                <a:alphaModFix/>
              </a:blip>
              <a:stretch>
                <a:fillRect/>
              </a:stretch>
            </p:blipFill>
            <p:spPr>
              <a:xfrm rot="-5826171" flipH="1">
                <a:off x="570466" y="412512"/>
                <a:ext cx="341359" cy="257531"/>
              </a:xfrm>
              <a:prstGeom prst="rect">
                <a:avLst/>
              </a:prstGeom>
              <a:noFill/>
              <a:ln>
                <a:noFill/>
              </a:ln>
              <a:effectLst>
                <a:outerShdw blurRad="57150" dist="19050" dir="5400000" algn="bl" rotWithShape="0">
                  <a:schemeClr val="dk1">
                    <a:alpha val="50000"/>
                  </a:schemeClr>
                </a:outerShdw>
              </a:effectLst>
            </p:spPr>
          </p:pic>
          <p:pic>
            <p:nvPicPr>
              <p:cNvPr id="1112" name="Google Shape;1112;p83"/>
              <p:cNvPicPr preferRelativeResize="0"/>
              <p:nvPr/>
            </p:nvPicPr>
            <p:blipFill>
              <a:blip r:embed="rId4">
                <a:alphaModFix/>
              </a:blip>
              <a:stretch>
                <a:fillRect/>
              </a:stretch>
            </p:blipFill>
            <p:spPr>
              <a:xfrm rot="-8300824" flipH="1">
                <a:off x="200914" y="402080"/>
                <a:ext cx="447091" cy="193739"/>
              </a:xfrm>
              <a:prstGeom prst="rect">
                <a:avLst/>
              </a:prstGeom>
              <a:noFill/>
              <a:ln>
                <a:noFill/>
              </a:ln>
              <a:effectLst>
                <a:outerShdw blurRad="57150" dist="19050" dir="5400000" algn="bl" rotWithShape="0">
                  <a:schemeClr val="dk1">
                    <a:alpha val="50000"/>
                  </a:schemeClr>
                </a:outerShdw>
              </a:effectLst>
            </p:spPr>
          </p:pic>
        </p:grpSp>
        <p:pic>
          <p:nvPicPr>
            <p:cNvPr id="1113" name="Google Shape;1113;p83"/>
            <p:cNvPicPr preferRelativeResize="0"/>
            <p:nvPr/>
          </p:nvPicPr>
          <p:blipFill>
            <a:blip r:embed="rId5">
              <a:alphaModFix/>
            </a:blip>
            <a:stretch>
              <a:fillRect/>
            </a:stretch>
          </p:blipFill>
          <p:spPr>
            <a:xfrm>
              <a:off x="-100888" y="2838714"/>
              <a:ext cx="1292850" cy="2334673"/>
            </a:xfrm>
            <a:prstGeom prst="rect">
              <a:avLst/>
            </a:prstGeom>
            <a:noFill/>
            <a:ln>
              <a:noFill/>
            </a:ln>
            <a:effectLst>
              <a:outerShdw blurRad="57150" dist="19050" dir="5400000" algn="bl" rotWithShape="0">
                <a:schemeClr val="dk1">
                  <a:alpha val="50000"/>
                </a:schemeClr>
              </a:outerShdw>
            </a:effectLst>
          </p:spPr>
        </p:pic>
      </p:grpSp>
      <p:sp>
        <p:nvSpPr>
          <p:cNvPr id="1114" name="Google Shape;1114;p8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115"/>
        <p:cNvGrpSpPr/>
        <p:nvPr/>
      </p:nvGrpSpPr>
      <p:grpSpPr>
        <a:xfrm>
          <a:off x="0" y="0"/>
          <a:ext cx="0" cy="0"/>
          <a:chOff x="0" y="0"/>
          <a:chExt cx="0" cy="0"/>
        </a:xfrm>
      </p:grpSpPr>
      <p:sp>
        <p:nvSpPr>
          <p:cNvPr id="1116" name="Google Shape;1116;p8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117"/>
        <p:cNvGrpSpPr/>
        <p:nvPr/>
      </p:nvGrpSpPr>
      <p:grpSpPr>
        <a:xfrm>
          <a:off x="0" y="0"/>
          <a:ext cx="0" cy="0"/>
          <a:chOff x="0" y="0"/>
          <a:chExt cx="0" cy="0"/>
        </a:xfrm>
      </p:grpSpPr>
      <p:pic>
        <p:nvPicPr>
          <p:cNvPr id="1118" name="Google Shape;1118;p85"/>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1119" name="Google Shape;1119;p85"/>
          <p:cNvGrpSpPr/>
          <p:nvPr/>
        </p:nvGrpSpPr>
        <p:grpSpPr>
          <a:xfrm>
            <a:off x="7033266" y="-738725"/>
            <a:ext cx="2110732" cy="1475400"/>
            <a:chOff x="7033266" y="-738725"/>
            <a:chExt cx="2110732" cy="1475400"/>
          </a:xfrm>
        </p:grpSpPr>
        <p:sp>
          <p:nvSpPr>
            <p:cNvPr id="1120" name="Google Shape;1120;p85"/>
            <p:cNvSpPr/>
            <p:nvPr/>
          </p:nvSpPr>
          <p:spPr>
            <a:xfrm>
              <a:off x="7668598" y="-738725"/>
              <a:ext cx="1475400" cy="1475400"/>
            </a:xfrm>
            <a:prstGeom prst="pie">
              <a:avLst>
                <a:gd name="adj1" fmla="val 0"/>
                <a:gd name="adj2" fmla="val 1080014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121" name="Google Shape;1121;p85"/>
            <p:cNvSpPr/>
            <p:nvPr/>
          </p:nvSpPr>
          <p:spPr>
            <a:xfrm rot="10800000">
              <a:off x="7033266" y="-511968"/>
              <a:ext cx="1021800" cy="1021800"/>
            </a:xfrm>
            <a:prstGeom prst="blockArc">
              <a:avLst>
                <a:gd name="adj1" fmla="val 10800000"/>
                <a:gd name="adj2" fmla="val 108721"/>
                <a:gd name="adj3" fmla="val 22117"/>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1122" name="Google Shape;1122;p8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123" name="Google Shape;1123;p85"/>
          <p:cNvSpPr txBox="1">
            <a:spLocks noGrp="1"/>
          </p:cNvSpPr>
          <p:nvPr>
            <p:ph type="subTitle" idx="1"/>
          </p:nvPr>
        </p:nvSpPr>
        <p:spPr>
          <a:xfrm>
            <a:off x="4320125" y="1332025"/>
            <a:ext cx="4110600" cy="447600"/>
          </a:xfrm>
          <a:prstGeom prst="rect">
            <a:avLst/>
          </a:prstGeom>
        </p:spPr>
        <p:txBody>
          <a:bodyPr spcFirstLastPara="1" wrap="square" lIns="91425" tIns="91425" rIns="91425" bIns="91425" anchor="ctr" anchorCtr="0">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1124" name="Google Shape;1124;p85"/>
          <p:cNvSpPr txBox="1">
            <a:spLocks noGrp="1"/>
          </p:cNvSpPr>
          <p:nvPr>
            <p:ph type="title" idx="2" hasCustomPrompt="1"/>
          </p:nvPr>
        </p:nvSpPr>
        <p:spPr>
          <a:xfrm>
            <a:off x="777150" y="1332025"/>
            <a:ext cx="869700" cy="447600"/>
          </a:xfrm>
          <a:prstGeom prst="rect">
            <a:avLst/>
          </a:prstGeom>
          <a:solidFill>
            <a:schemeClr val="dk2"/>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125" name="Google Shape;1125;p85"/>
          <p:cNvSpPr txBox="1">
            <a:spLocks noGrp="1"/>
          </p:cNvSpPr>
          <p:nvPr>
            <p:ph type="subTitle" idx="3"/>
          </p:nvPr>
        </p:nvSpPr>
        <p:spPr>
          <a:xfrm>
            <a:off x="1751501" y="1332025"/>
            <a:ext cx="2465400" cy="4476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2000"/>
              <a:buFont typeface="Unbounded"/>
              <a:buNone/>
              <a:defRPr sz="2000" b="1">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sz="2400" b="1">
                <a:latin typeface="Unbounded"/>
                <a:ea typeface="Unbounded"/>
                <a:cs typeface="Unbounded"/>
                <a:sym typeface="Unbounded"/>
              </a:defRPr>
            </a:lvl2pPr>
            <a:lvl3pPr lvl="2">
              <a:lnSpc>
                <a:spcPct val="100000"/>
              </a:lnSpc>
              <a:spcBef>
                <a:spcPts val="0"/>
              </a:spcBef>
              <a:spcAft>
                <a:spcPts val="0"/>
              </a:spcAft>
              <a:buSzPts val="2400"/>
              <a:buFont typeface="Unbounded"/>
              <a:buNone/>
              <a:defRPr sz="2400" b="1">
                <a:latin typeface="Unbounded"/>
                <a:ea typeface="Unbounded"/>
                <a:cs typeface="Unbounded"/>
                <a:sym typeface="Unbounded"/>
              </a:defRPr>
            </a:lvl3pPr>
            <a:lvl4pPr lvl="3">
              <a:lnSpc>
                <a:spcPct val="100000"/>
              </a:lnSpc>
              <a:spcBef>
                <a:spcPts val="0"/>
              </a:spcBef>
              <a:spcAft>
                <a:spcPts val="0"/>
              </a:spcAft>
              <a:buSzPts val="2400"/>
              <a:buFont typeface="Unbounded"/>
              <a:buNone/>
              <a:defRPr sz="2400" b="1">
                <a:latin typeface="Unbounded"/>
                <a:ea typeface="Unbounded"/>
                <a:cs typeface="Unbounded"/>
                <a:sym typeface="Unbounded"/>
              </a:defRPr>
            </a:lvl4pPr>
            <a:lvl5pPr lvl="4">
              <a:lnSpc>
                <a:spcPct val="100000"/>
              </a:lnSpc>
              <a:spcBef>
                <a:spcPts val="0"/>
              </a:spcBef>
              <a:spcAft>
                <a:spcPts val="0"/>
              </a:spcAft>
              <a:buSzPts val="2400"/>
              <a:buFont typeface="Unbounded"/>
              <a:buNone/>
              <a:defRPr sz="2400" b="1">
                <a:latin typeface="Unbounded"/>
                <a:ea typeface="Unbounded"/>
                <a:cs typeface="Unbounded"/>
                <a:sym typeface="Unbounded"/>
              </a:defRPr>
            </a:lvl5pPr>
            <a:lvl6pPr lvl="5">
              <a:lnSpc>
                <a:spcPct val="100000"/>
              </a:lnSpc>
              <a:spcBef>
                <a:spcPts val="0"/>
              </a:spcBef>
              <a:spcAft>
                <a:spcPts val="0"/>
              </a:spcAft>
              <a:buSzPts val="2400"/>
              <a:buFont typeface="Unbounded"/>
              <a:buNone/>
              <a:defRPr sz="2400" b="1">
                <a:latin typeface="Unbounded"/>
                <a:ea typeface="Unbounded"/>
                <a:cs typeface="Unbounded"/>
                <a:sym typeface="Unbounded"/>
              </a:defRPr>
            </a:lvl6pPr>
            <a:lvl7pPr lvl="6">
              <a:lnSpc>
                <a:spcPct val="100000"/>
              </a:lnSpc>
              <a:spcBef>
                <a:spcPts val="0"/>
              </a:spcBef>
              <a:spcAft>
                <a:spcPts val="0"/>
              </a:spcAft>
              <a:buSzPts val="2400"/>
              <a:buFont typeface="Unbounded"/>
              <a:buNone/>
              <a:defRPr sz="2400" b="1">
                <a:latin typeface="Unbounded"/>
                <a:ea typeface="Unbounded"/>
                <a:cs typeface="Unbounded"/>
                <a:sym typeface="Unbounded"/>
              </a:defRPr>
            </a:lvl7pPr>
            <a:lvl8pPr lvl="7">
              <a:lnSpc>
                <a:spcPct val="100000"/>
              </a:lnSpc>
              <a:spcBef>
                <a:spcPts val="0"/>
              </a:spcBef>
              <a:spcAft>
                <a:spcPts val="0"/>
              </a:spcAft>
              <a:buSzPts val="2400"/>
              <a:buFont typeface="Unbounded"/>
              <a:buNone/>
              <a:defRPr sz="2400" b="1">
                <a:latin typeface="Unbounded"/>
                <a:ea typeface="Unbounded"/>
                <a:cs typeface="Unbounded"/>
                <a:sym typeface="Unbounded"/>
              </a:defRPr>
            </a:lvl8pPr>
            <a:lvl9pPr lvl="8">
              <a:lnSpc>
                <a:spcPct val="100000"/>
              </a:lnSpc>
              <a:spcBef>
                <a:spcPts val="0"/>
              </a:spcBef>
              <a:spcAft>
                <a:spcPts val="0"/>
              </a:spcAft>
              <a:buSzPts val="2400"/>
              <a:buFont typeface="Unbounded"/>
              <a:buNone/>
              <a:defRPr sz="2400" b="1">
                <a:latin typeface="Unbounded"/>
                <a:ea typeface="Unbounded"/>
                <a:cs typeface="Unbounded"/>
                <a:sym typeface="Unbounded"/>
              </a:defRPr>
            </a:lvl9pPr>
          </a:lstStyle>
          <a:p>
            <a:endParaRPr/>
          </a:p>
        </p:txBody>
      </p:sp>
      <p:sp>
        <p:nvSpPr>
          <p:cNvPr id="1126" name="Google Shape;1126;p85"/>
          <p:cNvSpPr txBox="1">
            <a:spLocks noGrp="1"/>
          </p:cNvSpPr>
          <p:nvPr>
            <p:ph type="subTitle" idx="4"/>
          </p:nvPr>
        </p:nvSpPr>
        <p:spPr>
          <a:xfrm>
            <a:off x="4320125" y="2214675"/>
            <a:ext cx="4110600" cy="447600"/>
          </a:xfrm>
          <a:prstGeom prst="rect">
            <a:avLst/>
          </a:prstGeom>
        </p:spPr>
        <p:txBody>
          <a:bodyPr spcFirstLastPara="1" wrap="square" lIns="91425" tIns="91425" rIns="91425" bIns="91425" anchor="ctr" anchorCtr="0">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1127" name="Google Shape;1127;p85"/>
          <p:cNvSpPr txBox="1">
            <a:spLocks noGrp="1"/>
          </p:cNvSpPr>
          <p:nvPr>
            <p:ph type="title" idx="5" hasCustomPrompt="1"/>
          </p:nvPr>
        </p:nvSpPr>
        <p:spPr>
          <a:xfrm>
            <a:off x="777150" y="2214675"/>
            <a:ext cx="869700" cy="447600"/>
          </a:xfrm>
          <a:prstGeom prst="rect">
            <a:avLst/>
          </a:prstGeom>
          <a:solidFill>
            <a:schemeClr val="dk2"/>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128" name="Google Shape;1128;p85"/>
          <p:cNvSpPr txBox="1">
            <a:spLocks noGrp="1"/>
          </p:cNvSpPr>
          <p:nvPr>
            <p:ph type="subTitle" idx="6"/>
          </p:nvPr>
        </p:nvSpPr>
        <p:spPr>
          <a:xfrm>
            <a:off x="1751501" y="2214675"/>
            <a:ext cx="2465400" cy="4476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2000"/>
              <a:buFont typeface="Unbounded"/>
              <a:buNone/>
              <a:defRPr sz="2000" b="1">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sz="2400" b="1">
                <a:latin typeface="Unbounded"/>
                <a:ea typeface="Unbounded"/>
                <a:cs typeface="Unbounded"/>
                <a:sym typeface="Unbounded"/>
              </a:defRPr>
            </a:lvl2pPr>
            <a:lvl3pPr lvl="2">
              <a:lnSpc>
                <a:spcPct val="100000"/>
              </a:lnSpc>
              <a:spcBef>
                <a:spcPts val="0"/>
              </a:spcBef>
              <a:spcAft>
                <a:spcPts val="0"/>
              </a:spcAft>
              <a:buSzPts val="2400"/>
              <a:buFont typeface="Unbounded"/>
              <a:buNone/>
              <a:defRPr sz="2400" b="1">
                <a:latin typeface="Unbounded"/>
                <a:ea typeface="Unbounded"/>
                <a:cs typeface="Unbounded"/>
                <a:sym typeface="Unbounded"/>
              </a:defRPr>
            </a:lvl3pPr>
            <a:lvl4pPr lvl="3">
              <a:lnSpc>
                <a:spcPct val="100000"/>
              </a:lnSpc>
              <a:spcBef>
                <a:spcPts val="0"/>
              </a:spcBef>
              <a:spcAft>
                <a:spcPts val="0"/>
              </a:spcAft>
              <a:buSzPts val="2400"/>
              <a:buFont typeface="Unbounded"/>
              <a:buNone/>
              <a:defRPr sz="2400" b="1">
                <a:latin typeface="Unbounded"/>
                <a:ea typeface="Unbounded"/>
                <a:cs typeface="Unbounded"/>
                <a:sym typeface="Unbounded"/>
              </a:defRPr>
            </a:lvl4pPr>
            <a:lvl5pPr lvl="4">
              <a:lnSpc>
                <a:spcPct val="100000"/>
              </a:lnSpc>
              <a:spcBef>
                <a:spcPts val="0"/>
              </a:spcBef>
              <a:spcAft>
                <a:spcPts val="0"/>
              </a:spcAft>
              <a:buSzPts val="2400"/>
              <a:buFont typeface="Unbounded"/>
              <a:buNone/>
              <a:defRPr sz="2400" b="1">
                <a:latin typeface="Unbounded"/>
                <a:ea typeface="Unbounded"/>
                <a:cs typeface="Unbounded"/>
                <a:sym typeface="Unbounded"/>
              </a:defRPr>
            </a:lvl5pPr>
            <a:lvl6pPr lvl="5">
              <a:lnSpc>
                <a:spcPct val="100000"/>
              </a:lnSpc>
              <a:spcBef>
                <a:spcPts val="0"/>
              </a:spcBef>
              <a:spcAft>
                <a:spcPts val="0"/>
              </a:spcAft>
              <a:buSzPts val="2400"/>
              <a:buFont typeface="Unbounded"/>
              <a:buNone/>
              <a:defRPr sz="2400" b="1">
                <a:latin typeface="Unbounded"/>
                <a:ea typeface="Unbounded"/>
                <a:cs typeface="Unbounded"/>
                <a:sym typeface="Unbounded"/>
              </a:defRPr>
            </a:lvl6pPr>
            <a:lvl7pPr lvl="6">
              <a:lnSpc>
                <a:spcPct val="100000"/>
              </a:lnSpc>
              <a:spcBef>
                <a:spcPts val="0"/>
              </a:spcBef>
              <a:spcAft>
                <a:spcPts val="0"/>
              </a:spcAft>
              <a:buSzPts val="2400"/>
              <a:buFont typeface="Unbounded"/>
              <a:buNone/>
              <a:defRPr sz="2400" b="1">
                <a:latin typeface="Unbounded"/>
                <a:ea typeface="Unbounded"/>
                <a:cs typeface="Unbounded"/>
                <a:sym typeface="Unbounded"/>
              </a:defRPr>
            </a:lvl7pPr>
            <a:lvl8pPr lvl="7">
              <a:lnSpc>
                <a:spcPct val="100000"/>
              </a:lnSpc>
              <a:spcBef>
                <a:spcPts val="0"/>
              </a:spcBef>
              <a:spcAft>
                <a:spcPts val="0"/>
              </a:spcAft>
              <a:buSzPts val="2400"/>
              <a:buFont typeface="Unbounded"/>
              <a:buNone/>
              <a:defRPr sz="2400" b="1">
                <a:latin typeface="Unbounded"/>
                <a:ea typeface="Unbounded"/>
                <a:cs typeface="Unbounded"/>
                <a:sym typeface="Unbounded"/>
              </a:defRPr>
            </a:lvl8pPr>
            <a:lvl9pPr lvl="8">
              <a:lnSpc>
                <a:spcPct val="100000"/>
              </a:lnSpc>
              <a:spcBef>
                <a:spcPts val="0"/>
              </a:spcBef>
              <a:spcAft>
                <a:spcPts val="0"/>
              </a:spcAft>
              <a:buSzPts val="2400"/>
              <a:buFont typeface="Unbounded"/>
              <a:buNone/>
              <a:defRPr sz="2400" b="1">
                <a:latin typeface="Unbounded"/>
                <a:ea typeface="Unbounded"/>
                <a:cs typeface="Unbounded"/>
                <a:sym typeface="Unbounded"/>
              </a:defRPr>
            </a:lvl9pPr>
          </a:lstStyle>
          <a:p>
            <a:endParaRPr/>
          </a:p>
        </p:txBody>
      </p:sp>
      <p:sp>
        <p:nvSpPr>
          <p:cNvPr id="1129" name="Google Shape;1129;p85"/>
          <p:cNvSpPr txBox="1">
            <a:spLocks noGrp="1"/>
          </p:cNvSpPr>
          <p:nvPr>
            <p:ph type="subTitle" idx="7"/>
          </p:nvPr>
        </p:nvSpPr>
        <p:spPr>
          <a:xfrm>
            <a:off x="4320125" y="3097325"/>
            <a:ext cx="4110600" cy="447600"/>
          </a:xfrm>
          <a:prstGeom prst="rect">
            <a:avLst/>
          </a:prstGeom>
        </p:spPr>
        <p:txBody>
          <a:bodyPr spcFirstLastPara="1" wrap="square" lIns="91425" tIns="91425" rIns="91425" bIns="91425" anchor="ctr" anchorCtr="0">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1130" name="Google Shape;1130;p85"/>
          <p:cNvSpPr txBox="1">
            <a:spLocks noGrp="1"/>
          </p:cNvSpPr>
          <p:nvPr>
            <p:ph type="title" idx="8" hasCustomPrompt="1"/>
          </p:nvPr>
        </p:nvSpPr>
        <p:spPr>
          <a:xfrm>
            <a:off x="777150" y="3097325"/>
            <a:ext cx="869700" cy="447600"/>
          </a:xfrm>
          <a:prstGeom prst="rect">
            <a:avLst/>
          </a:prstGeom>
          <a:solidFill>
            <a:schemeClr val="dk2"/>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131" name="Google Shape;1131;p85"/>
          <p:cNvSpPr txBox="1">
            <a:spLocks noGrp="1"/>
          </p:cNvSpPr>
          <p:nvPr>
            <p:ph type="subTitle" idx="9"/>
          </p:nvPr>
        </p:nvSpPr>
        <p:spPr>
          <a:xfrm>
            <a:off x="1751501" y="3097325"/>
            <a:ext cx="2465400" cy="4476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2000"/>
              <a:buFont typeface="Unbounded"/>
              <a:buNone/>
              <a:defRPr sz="2000" b="1">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sz="2400" b="1">
                <a:latin typeface="Unbounded"/>
                <a:ea typeface="Unbounded"/>
                <a:cs typeface="Unbounded"/>
                <a:sym typeface="Unbounded"/>
              </a:defRPr>
            </a:lvl2pPr>
            <a:lvl3pPr lvl="2">
              <a:lnSpc>
                <a:spcPct val="100000"/>
              </a:lnSpc>
              <a:spcBef>
                <a:spcPts val="0"/>
              </a:spcBef>
              <a:spcAft>
                <a:spcPts val="0"/>
              </a:spcAft>
              <a:buSzPts val="2400"/>
              <a:buFont typeface="Unbounded"/>
              <a:buNone/>
              <a:defRPr sz="2400" b="1">
                <a:latin typeface="Unbounded"/>
                <a:ea typeface="Unbounded"/>
                <a:cs typeface="Unbounded"/>
                <a:sym typeface="Unbounded"/>
              </a:defRPr>
            </a:lvl3pPr>
            <a:lvl4pPr lvl="3">
              <a:lnSpc>
                <a:spcPct val="100000"/>
              </a:lnSpc>
              <a:spcBef>
                <a:spcPts val="0"/>
              </a:spcBef>
              <a:spcAft>
                <a:spcPts val="0"/>
              </a:spcAft>
              <a:buSzPts val="2400"/>
              <a:buFont typeface="Unbounded"/>
              <a:buNone/>
              <a:defRPr sz="2400" b="1">
                <a:latin typeface="Unbounded"/>
                <a:ea typeface="Unbounded"/>
                <a:cs typeface="Unbounded"/>
                <a:sym typeface="Unbounded"/>
              </a:defRPr>
            </a:lvl4pPr>
            <a:lvl5pPr lvl="4">
              <a:lnSpc>
                <a:spcPct val="100000"/>
              </a:lnSpc>
              <a:spcBef>
                <a:spcPts val="0"/>
              </a:spcBef>
              <a:spcAft>
                <a:spcPts val="0"/>
              </a:spcAft>
              <a:buSzPts val="2400"/>
              <a:buFont typeface="Unbounded"/>
              <a:buNone/>
              <a:defRPr sz="2400" b="1">
                <a:latin typeface="Unbounded"/>
                <a:ea typeface="Unbounded"/>
                <a:cs typeface="Unbounded"/>
                <a:sym typeface="Unbounded"/>
              </a:defRPr>
            </a:lvl5pPr>
            <a:lvl6pPr lvl="5">
              <a:lnSpc>
                <a:spcPct val="100000"/>
              </a:lnSpc>
              <a:spcBef>
                <a:spcPts val="0"/>
              </a:spcBef>
              <a:spcAft>
                <a:spcPts val="0"/>
              </a:spcAft>
              <a:buSzPts val="2400"/>
              <a:buFont typeface="Unbounded"/>
              <a:buNone/>
              <a:defRPr sz="2400" b="1">
                <a:latin typeface="Unbounded"/>
                <a:ea typeface="Unbounded"/>
                <a:cs typeface="Unbounded"/>
                <a:sym typeface="Unbounded"/>
              </a:defRPr>
            </a:lvl6pPr>
            <a:lvl7pPr lvl="6">
              <a:lnSpc>
                <a:spcPct val="100000"/>
              </a:lnSpc>
              <a:spcBef>
                <a:spcPts val="0"/>
              </a:spcBef>
              <a:spcAft>
                <a:spcPts val="0"/>
              </a:spcAft>
              <a:buSzPts val="2400"/>
              <a:buFont typeface="Unbounded"/>
              <a:buNone/>
              <a:defRPr sz="2400" b="1">
                <a:latin typeface="Unbounded"/>
                <a:ea typeface="Unbounded"/>
                <a:cs typeface="Unbounded"/>
                <a:sym typeface="Unbounded"/>
              </a:defRPr>
            </a:lvl7pPr>
            <a:lvl8pPr lvl="7">
              <a:lnSpc>
                <a:spcPct val="100000"/>
              </a:lnSpc>
              <a:spcBef>
                <a:spcPts val="0"/>
              </a:spcBef>
              <a:spcAft>
                <a:spcPts val="0"/>
              </a:spcAft>
              <a:buSzPts val="2400"/>
              <a:buFont typeface="Unbounded"/>
              <a:buNone/>
              <a:defRPr sz="2400" b="1">
                <a:latin typeface="Unbounded"/>
                <a:ea typeface="Unbounded"/>
                <a:cs typeface="Unbounded"/>
                <a:sym typeface="Unbounded"/>
              </a:defRPr>
            </a:lvl8pPr>
            <a:lvl9pPr lvl="8">
              <a:lnSpc>
                <a:spcPct val="100000"/>
              </a:lnSpc>
              <a:spcBef>
                <a:spcPts val="0"/>
              </a:spcBef>
              <a:spcAft>
                <a:spcPts val="0"/>
              </a:spcAft>
              <a:buSzPts val="2400"/>
              <a:buFont typeface="Unbounded"/>
              <a:buNone/>
              <a:defRPr sz="2400" b="1">
                <a:latin typeface="Unbounded"/>
                <a:ea typeface="Unbounded"/>
                <a:cs typeface="Unbounded"/>
                <a:sym typeface="Unbounded"/>
              </a:defRPr>
            </a:lvl9pPr>
          </a:lstStyle>
          <a:p>
            <a:endParaRPr/>
          </a:p>
        </p:txBody>
      </p:sp>
      <p:sp>
        <p:nvSpPr>
          <p:cNvPr id="1132" name="Google Shape;1132;p85"/>
          <p:cNvSpPr txBox="1">
            <a:spLocks noGrp="1"/>
          </p:cNvSpPr>
          <p:nvPr>
            <p:ph type="subTitle" idx="13"/>
          </p:nvPr>
        </p:nvSpPr>
        <p:spPr>
          <a:xfrm>
            <a:off x="4320125" y="3979975"/>
            <a:ext cx="4110600" cy="447600"/>
          </a:xfrm>
          <a:prstGeom prst="rect">
            <a:avLst/>
          </a:prstGeom>
        </p:spPr>
        <p:txBody>
          <a:bodyPr spcFirstLastPara="1" wrap="square" lIns="91425" tIns="91425" rIns="91425" bIns="91425" anchor="ctr" anchorCtr="0">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1133" name="Google Shape;1133;p85"/>
          <p:cNvSpPr txBox="1">
            <a:spLocks noGrp="1"/>
          </p:cNvSpPr>
          <p:nvPr>
            <p:ph type="title" idx="14" hasCustomPrompt="1"/>
          </p:nvPr>
        </p:nvSpPr>
        <p:spPr>
          <a:xfrm>
            <a:off x="777150" y="3979975"/>
            <a:ext cx="869700" cy="447600"/>
          </a:xfrm>
          <a:prstGeom prst="rect">
            <a:avLst/>
          </a:prstGeom>
          <a:solidFill>
            <a:schemeClr val="dk2"/>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134" name="Google Shape;1134;p85"/>
          <p:cNvSpPr txBox="1">
            <a:spLocks noGrp="1"/>
          </p:cNvSpPr>
          <p:nvPr>
            <p:ph type="subTitle" idx="15"/>
          </p:nvPr>
        </p:nvSpPr>
        <p:spPr>
          <a:xfrm>
            <a:off x="1751501" y="3979975"/>
            <a:ext cx="2465400" cy="4476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2000"/>
              <a:buFont typeface="Unbounded"/>
              <a:buNone/>
              <a:defRPr sz="2000" b="1">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sz="2400" b="1">
                <a:latin typeface="Unbounded"/>
                <a:ea typeface="Unbounded"/>
                <a:cs typeface="Unbounded"/>
                <a:sym typeface="Unbounded"/>
              </a:defRPr>
            </a:lvl2pPr>
            <a:lvl3pPr lvl="2">
              <a:lnSpc>
                <a:spcPct val="100000"/>
              </a:lnSpc>
              <a:spcBef>
                <a:spcPts val="0"/>
              </a:spcBef>
              <a:spcAft>
                <a:spcPts val="0"/>
              </a:spcAft>
              <a:buSzPts val="2400"/>
              <a:buFont typeface="Unbounded"/>
              <a:buNone/>
              <a:defRPr sz="2400" b="1">
                <a:latin typeface="Unbounded"/>
                <a:ea typeface="Unbounded"/>
                <a:cs typeface="Unbounded"/>
                <a:sym typeface="Unbounded"/>
              </a:defRPr>
            </a:lvl3pPr>
            <a:lvl4pPr lvl="3">
              <a:lnSpc>
                <a:spcPct val="100000"/>
              </a:lnSpc>
              <a:spcBef>
                <a:spcPts val="0"/>
              </a:spcBef>
              <a:spcAft>
                <a:spcPts val="0"/>
              </a:spcAft>
              <a:buSzPts val="2400"/>
              <a:buFont typeface="Unbounded"/>
              <a:buNone/>
              <a:defRPr sz="2400" b="1">
                <a:latin typeface="Unbounded"/>
                <a:ea typeface="Unbounded"/>
                <a:cs typeface="Unbounded"/>
                <a:sym typeface="Unbounded"/>
              </a:defRPr>
            </a:lvl4pPr>
            <a:lvl5pPr lvl="4">
              <a:lnSpc>
                <a:spcPct val="100000"/>
              </a:lnSpc>
              <a:spcBef>
                <a:spcPts val="0"/>
              </a:spcBef>
              <a:spcAft>
                <a:spcPts val="0"/>
              </a:spcAft>
              <a:buSzPts val="2400"/>
              <a:buFont typeface="Unbounded"/>
              <a:buNone/>
              <a:defRPr sz="2400" b="1">
                <a:latin typeface="Unbounded"/>
                <a:ea typeface="Unbounded"/>
                <a:cs typeface="Unbounded"/>
                <a:sym typeface="Unbounded"/>
              </a:defRPr>
            </a:lvl5pPr>
            <a:lvl6pPr lvl="5">
              <a:lnSpc>
                <a:spcPct val="100000"/>
              </a:lnSpc>
              <a:spcBef>
                <a:spcPts val="0"/>
              </a:spcBef>
              <a:spcAft>
                <a:spcPts val="0"/>
              </a:spcAft>
              <a:buSzPts val="2400"/>
              <a:buFont typeface="Unbounded"/>
              <a:buNone/>
              <a:defRPr sz="2400" b="1">
                <a:latin typeface="Unbounded"/>
                <a:ea typeface="Unbounded"/>
                <a:cs typeface="Unbounded"/>
                <a:sym typeface="Unbounded"/>
              </a:defRPr>
            </a:lvl6pPr>
            <a:lvl7pPr lvl="6">
              <a:lnSpc>
                <a:spcPct val="100000"/>
              </a:lnSpc>
              <a:spcBef>
                <a:spcPts val="0"/>
              </a:spcBef>
              <a:spcAft>
                <a:spcPts val="0"/>
              </a:spcAft>
              <a:buSzPts val="2400"/>
              <a:buFont typeface="Unbounded"/>
              <a:buNone/>
              <a:defRPr sz="2400" b="1">
                <a:latin typeface="Unbounded"/>
                <a:ea typeface="Unbounded"/>
                <a:cs typeface="Unbounded"/>
                <a:sym typeface="Unbounded"/>
              </a:defRPr>
            </a:lvl7pPr>
            <a:lvl8pPr lvl="7">
              <a:lnSpc>
                <a:spcPct val="100000"/>
              </a:lnSpc>
              <a:spcBef>
                <a:spcPts val="0"/>
              </a:spcBef>
              <a:spcAft>
                <a:spcPts val="0"/>
              </a:spcAft>
              <a:buSzPts val="2400"/>
              <a:buFont typeface="Unbounded"/>
              <a:buNone/>
              <a:defRPr sz="2400" b="1">
                <a:latin typeface="Unbounded"/>
                <a:ea typeface="Unbounded"/>
                <a:cs typeface="Unbounded"/>
                <a:sym typeface="Unbounded"/>
              </a:defRPr>
            </a:lvl8pPr>
            <a:lvl9pPr lvl="8">
              <a:lnSpc>
                <a:spcPct val="100000"/>
              </a:lnSpc>
              <a:spcBef>
                <a:spcPts val="0"/>
              </a:spcBef>
              <a:spcAft>
                <a:spcPts val="0"/>
              </a:spcAft>
              <a:buSzPts val="2400"/>
              <a:buFont typeface="Unbounded"/>
              <a:buNone/>
              <a:defRPr sz="2400" b="1">
                <a:latin typeface="Unbounded"/>
                <a:ea typeface="Unbounded"/>
                <a:cs typeface="Unbounded"/>
                <a:sym typeface="Unbounded"/>
              </a:defRPr>
            </a:lvl9pPr>
          </a:lstStyle>
          <a:p>
            <a:endParaRPr/>
          </a:p>
        </p:txBody>
      </p:sp>
      <p:grpSp>
        <p:nvGrpSpPr>
          <p:cNvPr id="1135" name="Google Shape;1135;p85"/>
          <p:cNvGrpSpPr/>
          <p:nvPr/>
        </p:nvGrpSpPr>
        <p:grpSpPr>
          <a:xfrm>
            <a:off x="2" y="156617"/>
            <a:ext cx="9096298" cy="4929890"/>
            <a:chOff x="2" y="156617"/>
            <a:chExt cx="9096298" cy="4929890"/>
          </a:xfrm>
        </p:grpSpPr>
        <p:grpSp>
          <p:nvGrpSpPr>
            <p:cNvPr id="1136" name="Google Shape;1136;p85"/>
            <p:cNvGrpSpPr/>
            <p:nvPr/>
          </p:nvGrpSpPr>
          <p:grpSpPr>
            <a:xfrm>
              <a:off x="2" y="156617"/>
              <a:ext cx="719987" cy="944360"/>
              <a:chOff x="2" y="156617"/>
              <a:chExt cx="719987" cy="944360"/>
            </a:xfrm>
          </p:grpSpPr>
          <p:pic>
            <p:nvPicPr>
              <p:cNvPr id="1137" name="Google Shape;1137;p85"/>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1138" name="Google Shape;1138;p85"/>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nvGrpSpPr>
            <p:cNvPr id="1139" name="Google Shape;1139;p85"/>
            <p:cNvGrpSpPr/>
            <p:nvPr/>
          </p:nvGrpSpPr>
          <p:grpSpPr>
            <a:xfrm>
              <a:off x="7993862" y="4509341"/>
              <a:ext cx="1102438" cy="577167"/>
              <a:chOff x="7993862" y="4509341"/>
              <a:chExt cx="1102438" cy="577167"/>
            </a:xfrm>
          </p:grpSpPr>
          <p:pic>
            <p:nvPicPr>
              <p:cNvPr id="1140" name="Google Shape;1140;p85"/>
              <p:cNvPicPr preferRelativeResize="0"/>
              <p:nvPr/>
            </p:nvPicPr>
            <p:blipFill>
              <a:blip r:embed="rId5">
                <a:alphaModFix/>
              </a:blip>
              <a:stretch>
                <a:fillRect/>
              </a:stretch>
            </p:blipFill>
            <p:spPr>
              <a:xfrm rot="1954086" flipH="1">
                <a:off x="8404052" y="4671936"/>
                <a:ext cx="677713" cy="251976"/>
              </a:xfrm>
              <a:prstGeom prst="rect">
                <a:avLst/>
              </a:prstGeom>
              <a:noFill/>
              <a:ln>
                <a:noFill/>
              </a:ln>
              <a:effectLst>
                <a:outerShdw blurRad="57150" dist="19050" dir="5400000" algn="bl" rotWithShape="0">
                  <a:schemeClr val="dk1">
                    <a:alpha val="50000"/>
                  </a:schemeClr>
                </a:outerShdw>
              </a:effectLst>
            </p:spPr>
          </p:pic>
          <p:pic>
            <p:nvPicPr>
              <p:cNvPr id="1141" name="Google Shape;1141;p85"/>
              <p:cNvPicPr preferRelativeResize="0"/>
              <p:nvPr/>
            </p:nvPicPr>
            <p:blipFill>
              <a:blip r:embed="rId4">
                <a:alphaModFix/>
              </a:blip>
              <a:stretch>
                <a:fillRect/>
              </a:stretch>
            </p:blipFill>
            <p:spPr>
              <a:xfrm flipH="1">
                <a:off x="7993862" y="4834518"/>
                <a:ext cx="765624" cy="251972"/>
              </a:xfrm>
              <a:prstGeom prst="rect">
                <a:avLst/>
              </a:prstGeom>
              <a:noFill/>
              <a:ln>
                <a:noFill/>
              </a:ln>
              <a:effectLst>
                <a:outerShdw blurRad="57150" dist="19050" dir="5400000" algn="bl" rotWithShape="0">
                  <a:schemeClr val="dk1">
                    <a:alpha val="50000"/>
                  </a:schemeClr>
                </a:outerShdw>
              </a:effectLst>
            </p:spPr>
          </p:pic>
        </p:grpSp>
      </p:grpSp>
      <p:sp>
        <p:nvSpPr>
          <p:cNvPr id="1142" name="Google Shape;1142;p8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143"/>
        <p:cNvGrpSpPr/>
        <p:nvPr/>
      </p:nvGrpSpPr>
      <p:grpSpPr>
        <a:xfrm>
          <a:off x="0" y="0"/>
          <a:ext cx="0" cy="0"/>
          <a:chOff x="0" y="0"/>
          <a:chExt cx="0" cy="0"/>
        </a:xfrm>
      </p:grpSpPr>
      <p:pic>
        <p:nvPicPr>
          <p:cNvPr id="1144" name="Google Shape;1144;p86"/>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145" name="Google Shape;1145;p86"/>
          <p:cNvSpPr txBox="1">
            <a:spLocks noGrp="1"/>
          </p:cNvSpPr>
          <p:nvPr>
            <p:ph type="title"/>
          </p:nvPr>
        </p:nvSpPr>
        <p:spPr>
          <a:xfrm>
            <a:off x="2013321" y="3456387"/>
            <a:ext cx="5607000" cy="661800"/>
          </a:xfrm>
          <a:prstGeom prst="rect">
            <a:avLst/>
          </a:prstGeom>
        </p:spPr>
        <p:txBody>
          <a:bodyPr spcFirstLastPara="1" wrap="square" lIns="91425" tIns="91425" rIns="91425" bIns="91425" anchor="t" anchorCtr="0">
            <a:noAutofit/>
          </a:bodyPr>
          <a:lstStyle>
            <a:lvl1pPr lvl="0" algn="r">
              <a:spcBef>
                <a:spcPts val="0"/>
              </a:spcBef>
              <a:spcAft>
                <a:spcPts val="0"/>
              </a:spcAft>
              <a:buSzPts val="3000"/>
              <a:buNone/>
              <a:defRPr sz="26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endParaRPr/>
          </a:p>
        </p:txBody>
      </p:sp>
      <p:sp>
        <p:nvSpPr>
          <p:cNvPr id="1146" name="Google Shape;1146;p86"/>
          <p:cNvSpPr txBox="1">
            <a:spLocks noGrp="1"/>
          </p:cNvSpPr>
          <p:nvPr>
            <p:ph type="subTitle" idx="1"/>
          </p:nvPr>
        </p:nvSpPr>
        <p:spPr>
          <a:xfrm>
            <a:off x="2013300" y="1122048"/>
            <a:ext cx="5607000" cy="2223900"/>
          </a:xfrm>
          <a:prstGeom prst="rect">
            <a:avLst/>
          </a:prstGeom>
        </p:spPr>
        <p:txBody>
          <a:bodyPr spcFirstLastPara="1" wrap="square" lIns="91425" tIns="91425" rIns="91425" bIns="91425" anchor="b" anchorCtr="0">
            <a:noAutofit/>
          </a:bodyPr>
          <a:lstStyle>
            <a:lvl1pPr lvl="0" algn="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a:endParaRPr/>
          </a:p>
        </p:txBody>
      </p:sp>
      <p:pic>
        <p:nvPicPr>
          <p:cNvPr id="1147" name="Google Shape;1147;p86"/>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dist="19050" dir="5400000" algn="bl" rotWithShape="0">
              <a:schemeClr val="dk1">
                <a:alpha val="50000"/>
              </a:schemeClr>
            </a:outerShdw>
          </a:effectLst>
        </p:spPr>
      </p:pic>
      <p:grpSp>
        <p:nvGrpSpPr>
          <p:cNvPr id="1148" name="Google Shape;1148;p86"/>
          <p:cNvGrpSpPr/>
          <p:nvPr/>
        </p:nvGrpSpPr>
        <p:grpSpPr>
          <a:xfrm>
            <a:off x="0" y="-859375"/>
            <a:ext cx="9755475" cy="6421100"/>
            <a:chOff x="0" y="-859375"/>
            <a:chExt cx="9755475" cy="6421100"/>
          </a:xfrm>
        </p:grpSpPr>
        <p:sp>
          <p:nvSpPr>
            <p:cNvPr id="1149" name="Google Shape;1149;p86"/>
            <p:cNvSpPr/>
            <p:nvPr/>
          </p:nvSpPr>
          <p:spPr>
            <a:xfrm rot="-5400000" flipH="1">
              <a:off x="6721950" y="3139675"/>
              <a:ext cx="8295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1150" name="Google Shape;1150;p86"/>
            <p:cNvGrpSpPr/>
            <p:nvPr/>
          </p:nvGrpSpPr>
          <p:grpSpPr>
            <a:xfrm flipH="1">
              <a:off x="0" y="-859375"/>
              <a:ext cx="2489300" cy="1740000"/>
              <a:chOff x="6148925" y="-872075"/>
              <a:chExt cx="2489300" cy="1740000"/>
            </a:xfrm>
          </p:grpSpPr>
          <p:sp>
            <p:nvSpPr>
              <p:cNvPr id="1151" name="Google Shape;1151;p86"/>
              <p:cNvSpPr/>
              <p:nvPr/>
            </p:nvSpPr>
            <p:spPr>
              <a:xfrm>
                <a:off x="6898225" y="-872075"/>
                <a:ext cx="1740000" cy="1740000"/>
              </a:xfrm>
              <a:prstGeom prst="pie">
                <a:avLst>
                  <a:gd name="adj1" fmla="val 0"/>
                  <a:gd name="adj2" fmla="val 1080014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152" name="Google Shape;1152;p86"/>
              <p:cNvSpPr/>
              <p:nvPr/>
            </p:nvSpPr>
            <p:spPr>
              <a:xfrm rot="10800000">
                <a:off x="6148925" y="-604625"/>
                <a:ext cx="1205100" cy="1205100"/>
              </a:xfrm>
              <a:prstGeom prst="blockArc">
                <a:avLst>
                  <a:gd name="adj1" fmla="val 10800000"/>
                  <a:gd name="adj2" fmla="val 108721"/>
                  <a:gd name="adj3" fmla="val 22117"/>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1153" name="Google Shape;1153;p86"/>
            <p:cNvSpPr/>
            <p:nvPr/>
          </p:nvSpPr>
          <p:spPr>
            <a:xfrm rot="-5400000" flipH="1">
              <a:off x="8550375" y="893450"/>
              <a:ext cx="1205100" cy="1205100"/>
            </a:xfrm>
            <a:prstGeom prst="blockArc">
              <a:avLst>
                <a:gd name="adj1" fmla="val 10800000"/>
                <a:gd name="adj2" fmla="val 93824"/>
                <a:gd name="adj3" fmla="val 198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1154" name="Google Shape;1154;p8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1155"/>
        <p:cNvGrpSpPr/>
        <p:nvPr/>
      </p:nvGrpSpPr>
      <p:grpSpPr>
        <a:xfrm>
          <a:off x="0" y="0"/>
          <a:ext cx="0" cy="0"/>
          <a:chOff x="0" y="0"/>
          <a:chExt cx="0" cy="0"/>
        </a:xfrm>
      </p:grpSpPr>
      <p:pic>
        <p:nvPicPr>
          <p:cNvPr id="1156" name="Google Shape;1156;p87"/>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157" name="Google Shape;1157;p87"/>
          <p:cNvSpPr txBox="1">
            <a:spLocks noGrp="1"/>
          </p:cNvSpPr>
          <p:nvPr>
            <p:ph type="title"/>
          </p:nvPr>
        </p:nvSpPr>
        <p:spPr>
          <a:xfrm>
            <a:off x="929000" y="1056375"/>
            <a:ext cx="3306000" cy="20760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158" name="Google Shape;1158;p87"/>
          <p:cNvSpPr txBox="1">
            <a:spLocks noGrp="1"/>
          </p:cNvSpPr>
          <p:nvPr>
            <p:ph type="subTitle" idx="1"/>
          </p:nvPr>
        </p:nvSpPr>
        <p:spPr>
          <a:xfrm>
            <a:off x="929000" y="3132225"/>
            <a:ext cx="3306000" cy="11163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159" name="Google Shape;1159;p87"/>
          <p:cNvSpPr>
            <a:spLocks noGrp="1"/>
          </p:cNvSpPr>
          <p:nvPr>
            <p:ph type="pic" idx="2"/>
          </p:nvPr>
        </p:nvSpPr>
        <p:spPr>
          <a:xfrm>
            <a:off x="4898950" y="533875"/>
            <a:ext cx="3489000" cy="4075800"/>
          </a:xfrm>
          <a:prstGeom prst="roundRect">
            <a:avLst>
              <a:gd name="adj" fmla="val 18268"/>
            </a:avLst>
          </a:prstGeom>
          <a:noFill/>
          <a:ln>
            <a:noFill/>
          </a:ln>
        </p:spPr>
      </p:sp>
      <p:grpSp>
        <p:nvGrpSpPr>
          <p:cNvPr id="1160" name="Google Shape;1160;p87"/>
          <p:cNvGrpSpPr/>
          <p:nvPr/>
        </p:nvGrpSpPr>
        <p:grpSpPr>
          <a:xfrm rot="5400000">
            <a:off x="-2006450" y="1404750"/>
            <a:ext cx="4014600" cy="1205100"/>
            <a:chOff x="150" y="4543750"/>
            <a:chExt cx="4014600" cy="1205100"/>
          </a:xfrm>
        </p:grpSpPr>
        <p:sp>
          <p:nvSpPr>
            <p:cNvPr id="1161" name="Google Shape;1161;p87"/>
            <p:cNvSpPr/>
            <p:nvPr/>
          </p:nvSpPr>
          <p:spPr>
            <a:xfrm rot="5400000">
              <a:off x="1622250" y="3110125"/>
              <a:ext cx="7704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162" name="Google Shape;1162;p87"/>
            <p:cNvSpPr/>
            <p:nvPr/>
          </p:nvSpPr>
          <p:spPr>
            <a:xfrm>
              <a:off x="2283875" y="4543750"/>
              <a:ext cx="1205100" cy="1205100"/>
            </a:xfrm>
            <a:prstGeom prst="blockArc">
              <a:avLst>
                <a:gd name="adj1" fmla="val 10800000"/>
                <a:gd name="adj2" fmla="val 93824"/>
                <a:gd name="adj3" fmla="val 19896"/>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1163" name="Google Shape;1163;p8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1164"/>
        <p:cNvGrpSpPr/>
        <p:nvPr/>
      </p:nvGrpSpPr>
      <p:grpSpPr>
        <a:xfrm>
          <a:off x="0" y="0"/>
          <a:ext cx="0" cy="0"/>
          <a:chOff x="0" y="0"/>
          <a:chExt cx="0" cy="0"/>
        </a:xfrm>
      </p:grpSpPr>
      <p:pic>
        <p:nvPicPr>
          <p:cNvPr id="1165" name="Google Shape;1165;p88"/>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166" name="Google Shape;1166;p88"/>
          <p:cNvSpPr txBox="1">
            <a:spLocks noGrp="1"/>
          </p:cNvSpPr>
          <p:nvPr>
            <p:ph type="title"/>
          </p:nvPr>
        </p:nvSpPr>
        <p:spPr>
          <a:xfrm>
            <a:off x="900325" y="1526875"/>
            <a:ext cx="3051900" cy="10632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167" name="Google Shape;1167;p88"/>
          <p:cNvSpPr txBox="1">
            <a:spLocks noGrp="1"/>
          </p:cNvSpPr>
          <p:nvPr>
            <p:ph type="subTitle" idx="1"/>
          </p:nvPr>
        </p:nvSpPr>
        <p:spPr>
          <a:xfrm>
            <a:off x="900325" y="2590075"/>
            <a:ext cx="3051900" cy="9918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1168" name="Google Shape;1168;p88"/>
          <p:cNvGrpSpPr/>
          <p:nvPr/>
        </p:nvGrpSpPr>
        <p:grpSpPr>
          <a:xfrm>
            <a:off x="0" y="-859375"/>
            <a:ext cx="9755475" cy="6421100"/>
            <a:chOff x="0" y="-859375"/>
            <a:chExt cx="9755475" cy="6421100"/>
          </a:xfrm>
        </p:grpSpPr>
        <p:sp>
          <p:nvSpPr>
            <p:cNvPr id="1169" name="Google Shape;1169;p88"/>
            <p:cNvSpPr/>
            <p:nvPr/>
          </p:nvSpPr>
          <p:spPr>
            <a:xfrm rot="-5400000" flipH="1">
              <a:off x="6721950" y="3139675"/>
              <a:ext cx="8295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1170" name="Google Shape;1170;p88"/>
            <p:cNvGrpSpPr/>
            <p:nvPr/>
          </p:nvGrpSpPr>
          <p:grpSpPr>
            <a:xfrm flipH="1">
              <a:off x="0" y="-859375"/>
              <a:ext cx="2489300" cy="1740000"/>
              <a:chOff x="6148925" y="-872075"/>
              <a:chExt cx="2489300" cy="1740000"/>
            </a:xfrm>
          </p:grpSpPr>
          <p:sp>
            <p:nvSpPr>
              <p:cNvPr id="1171" name="Google Shape;1171;p88"/>
              <p:cNvSpPr/>
              <p:nvPr/>
            </p:nvSpPr>
            <p:spPr>
              <a:xfrm>
                <a:off x="6898225" y="-872075"/>
                <a:ext cx="1740000" cy="1740000"/>
              </a:xfrm>
              <a:prstGeom prst="pie">
                <a:avLst>
                  <a:gd name="adj1" fmla="val 0"/>
                  <a:gd name="adj2" fmla="val 1080014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172" name="Google Shape;1172;p88"/>
              <p:cNvSpPr/>
              <p:nvPr/>
            </p:nvSpPr>
            <p:spPr>
              <a:xfrm rot="10800000">
                <a:off x="6148925" y="-604625"/>
                <a:ext cx="1205100" cy="1205100"/>
              </a:xfrm>
              <a:prstGeom prst="blockArc">
                <a:avLst>
                  <a:gd name="adj1" fmla="val 10800000"/>
                  <a:gd name="adj2" fmla="val 108721"/>
                  <a:gd name="adj3" fmla="val 22117"/>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1173" name="Google Shape;1173;p88"/>
            <p:cNvSpPr/>
            <p:nvPr/>
          </p:nvSpPr>
          <p:spPr>
            <a:xfrm rot="-5400000" flipH="1">
              <a:off x="8550375" y="893450"/>
              <a:ext cx="1205100" cy="1205100"/>
            </a:xfrm>
            <a:prstGeom prst="blockArc">
              <a:avLst>
                <a:gd name="adj1" fmla="val 10800000"/>
                <a:gd name="adj2" fmla="val 93824"/>
                <a:gd name="adj3" fmla="val 198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1174" name="Google Shape;1174;p8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1" name="Shape 1175"/>
        <p:cNvGrpSpPr/>
        <p:nvPr/>
      </p:nvGrpSpPr>
      <p:grpSpPr>
        <a:xfrm>
          <a:off x="0" y="0"/>
          <a:ext cx="0" cy="0"/>
          <a:chOff x="0" y="0"/>
          <a:chExt cx="0" cy="0"/>
        </a:xfrm>
      </p:grpSpPr>
      <p:pic>
        <p:nvPicPr>
          <p:cNvPr id="1176" name="Google Shape;1176;p89"/>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177" name="Google Shape;1177;p89"/>
          <p:cNvSpPr txBox="1">
            <a:spLocks noGrp="1"/>
          </p:cNvSpPr>
          <p:nvPr>
            <p:ph type="title"/>
          </p:nvPr>
        </p:nvSpPr>
        <p:spPr>
          <a:xfrm>
            <a:off x="4856624" y="1396050"/>
            <a:ext cx="3123300" cy="1060800"/>
          </a:xfrm>
          <a:prstGeom prst="rect">
            <a:avLst/>
          </a:prstGeom>
        </p:spPr>
        <p:txBody>
          <a:bodyPr spcFirstLastPara="1" wrap="square" lIns="91425" tIns="91425" rIns="91425" bIns="91425" anchor="b" anchorCtr="0">
            <a:noAutofit/>
          </a:bodyPr>
          <a:lstStyle>
            <a:lvl1pPr lvl="0" algn="r">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178" name="Google Shape;1178;p89"/>
          <p:cNvSpPr txBox="1">
            <a:spLocks noGrp="1"/>
          </p:cNvSpPr>
          <p:nvPr>
            <p:ph type="subTitle" idx="1"/>
          </p:nvPr>
        </p:nvSpPr>
        <p:spPr>
          <a:xfrm>
            <a:off x="4856775" y="2456850"/>
            <a:ext cx="3123300" cy="1290600"/>
          </a:xfrm>
          <a:prstGeom prst="rect">
            <a:avLst/>
          </a:prstGeom>
        </p:spPr>
        <p:txBody>
          <a:bodyPr spcFirstLastPara="1" wrap="square" lIns="91425" tIns="91425" rIns="91425" bIns="91425" anchor="t" anchorCtr="0">
            <a:noAutofit/>
          </a:bodyPr>
          <a:lstStyle>
            <a:lvl1pPr lvl="0" algn="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1179" name="Google Shape;1179;p89"/>
          <p:cNvGrpSpPr/>
          <p:nvPr/>
        </p:nvGrpSpPr>
        <p:grpSpPr>
          <a:xfrm>
            <a:off x="-601700" y="0"/>
            <a:ext cx="10705100" cy="4676150"/>
            <a:chOff x="-601700" y="0"/>
            <a:chExt cx="10705100" cy="4676150"/>
          </a:xfrm>
        </p:grpSpPr>
        <p:sp>
          <p:nvSpPr>
            <p:cNvPr id="1180" name="Google Shape;1180;p89"/>
            <p:cNvSpPr/>
            <p:nvPr/>
          </p:nvSpPr>
          <p:spPr>
            <a:xfrm rot="-5400000">
              <a:off x="8206500" y="2779250"/>
              <a:ext cx="1896900" cy="1896900"/>
            </a:xfrm>
            <a:prstGeom prst="blockArc">
              <a:avLst>
                <a:gd name="adj1" fmla="val 10800000"/>
                <a:gd name="adj2" fmla="val 21596677"/>
                <a:gd name="adj3" fmla="val 11819"/>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1181" name="Google Shape;1181;p89"/>
            <p:cNvGrpSpPr/>
            <p:nvPr/>
          </p:nvGrpSpPr>
          <p:grpSpPr>
            <a:xfrm rot="5400000">
              <a:off x="-2006450" y="1404750"/>
              <a:ext cx="4014600" cy="1205100"/>
              <a:chOff x="150" y="4543750"/>
              <a:chExt cx="4014600" cy="1205100"/>
            </a:xfrm>
          </p:grpSpPr>
          <p:sp>
            <p:nvSpPr>
              <p:cNvPr id="1182" name="Google Shape;1182;p89"/>
              <p:cNvSpPr/>
              <p:nvPr/>
            </p:nvSpPr>
            <p:spPr>
              <a:xfrm rot="5400000">
                <a:off x="1622250" y="3110125"/>
                <a:ext cx="7704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183" name="Google Shape;1183;p89"/>
              <p:cNvSpPr/>
              <p:nvPr/>
            </p:nvSpPr>
            <p:spPr>
              <a:xfrm>
                <a:off x="2283875" y="4543750"/>
                <a:ext cx="1205100" cy="1205100"/>
              </a:xfrm>
              <a:prstGeom prst="blockArc">
                <a:avLst>
                  <a:gd name="adj1" fmla="val 10800000"/>
                  <a:gd name="adj2" fmla="val 93824"/>
                  <a:gd name="adj3" fmla="val 19896"/>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grpSp>
        <p:nvGrpSpPr>
          <p:cNvPr id="1184" name="Google Shape;1184;p89"/>
          <p:cNvGrpSpPr/>
          <p:nvPr/>
        </p:nvGrpSpPr>
        <p:grpSpPr>
          <a:xfrm>
            <a:off x="8206512" y="4230524"/>
            <a:ext cx="848365" cy="950159"/>
            <a:chOff x="41662" y="277999"/>
            <a:chExt cx="848365" cy="950159"/>
          </a:xfrm>
        </p:grpSpPr>
        <p:pic>
          <p:nvPicPr>
            <p:cNvPr id="1185" name="Google Shape;1185;p89"/>
            <p:cNvPicPr preferRelativeResize="0"/>
            <p:nvPr/>
          </p:nvPicPr>
          <p:blipFill>
            <a:blip r:embed="rId3">
              <a:alphaModFix/>
            </a:blip>
            <a:stretch>
              <a:fillRect/>
            </a:stretch>
          </p:blipFill>
          <p:spPr>
            <a:xfrm rot="-1083129" flipH="1">
              <a:off x="101303" y="652430"/>
              <a:ext cx="646323" cy="487587"/>
            </a:xfrm>
            <a:prstGeom prst="rect">
              <a:avLst/>
            </a:prstGeom>
            <a:noFill/>
            <a:ln>
              <a:noFill/>
            </a:ln>
            <a:effectLst>
              <a:outerShdw blurRad="57150" dist="19050" dir="5400000" algn="bl" rotWithShape="0">
                <a:schemeClr val="dk1">
                  <a:alpha val="50000"/>
                </a:schemeClr>
              </a:outerShdw>
            </a:effectLst>
          </p:spPr>
        </p:pic>
        <p:pic>
          <p:nvPicPr>
            <p:cNvPr id="1186" name="Google Shape;1186;p89"/>
            <p:cNvPicPr preferRelativeResize="0"/>
            <p:nvPr/>
          </p:nvPicPr>
          <p:blipFill>
            <a:blip r:embed="rId3">
              <a:alphaModFix/>
            </a:blip>
            <a:stretch>
              <a:fillRect/>
            </a:stretch>
          </p:blipFill>
          <p:spPr>
            <a:xfrm rot="-5826171" flipH="1">
              <a:off x="570466" y="412512"/>
              <a:ext cx="341359" cy="257531"/>
            </a:xfrm>
            <a:prstGeom prst="rect">
              <a:avLst/>
            </a:prstGeom>
            <a:noFill/>
            <a:ln>
              <a:noFill/>
            </a:ln>
            <a:effectLst>
              <a:outerShdw blurRad="57150" dist="19050" dir="5400000" algn="bl" rotWithShape="0">
                <a:schemeClr val="dk1">
                  <a:alpha val="50000"/>
                </a:schemeClr>
              </a:outerShdw>
            </a:effectLst>
          </p:spPr>
        </p:pic>
        <p:pic>
          <p:nvPicPr>
            <p:cNvPr id="1187" name="Google Shape;1187;p89"/>
            <p:cNvPicPr preferRelativeResize="0"/>
            <p:nvPr/>
          </p:nvPicPr>
          <p:blipFill>
            <a:blip r:embed="rId4">
              <a:alphaModFix/>
            </a:blip>
            <a:stretch>
              <a:fillRect/>
            </a:stretch>
          </p:blipFill>
          <p:spPr>
            <a:xfrm rot="-8300824" flipH="1">
              <a:off x="200914" y="402080"/>
              <a:ext cx="447091" cy="193739"/>
            </a:xfrm>
            <a:prstGeom prst="rect">
              <a:avLst/>
            </a:prstGeom>
            <a:noFill/>
            <a:ln>
              <a:noFill/>
            </a:ln>
            <a:effectLst>
              <a:outerShdw blurRad="57150" dist="19050" dir="5400000" algn="bl" rotWithShape="0">
                <a:schemeClr val="dk1">
                  <a:alpha val="50000"/>
                </a:schemeClr>
              </a:outerShdw>
            </a:effectLst>
          </p:spPr>
        </p:pic>
      </p:grpSp>
      <p:sp>
        <p:nvSpPr>
          <p:cNvPr id="1188" name="Google Shape;1188;p8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1189"/>
        <p:cNvGrpSpPr/>
        <p:nvPr/>
      </p:nvGrpSpPr>
      <p:grpSpPr>
        <a:xfrm>
          <a:off x="0" y="0"/>
          <a:ext cx="0" cy="0"/>
          <a:chOff x="0" y="0"/>
          <a:chExt cx="0" cy="0"/>
        </a:xfrm>
      </p:grpSpPr>
      <p:pic>
        <p:nvPicPr>
          <p:cNvPr id="1190" name="Google Shape;1190;p90"/>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191" name="Google Shape;1191;p9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192" name="Google Shape;1192;p90"/>
          <p:cNvSpPr txBox="1">
            <a:spLocks noGrp="1"/>
          </p:cNvSpPr>
          <p:nvPr>
            <p:ph type="subTitle" idx="1"/>
          </p:nvPr>
        </p:nvSpPr>
        <p:spPr>
          <a:xfrm>
            <a:off x="4959198" y="3398399"/>
            <a:ext cx="2910900" cy="10107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193" name="Google Shape;1193;p90"/>
          <p:cNvSpPr txBox="1">
            <a:spLocks noGrp="1"/>
          </p:cNvSpPr>
          <p:nvPr>
            <p:ph type="subTitle" idx="2"/>
          </p:nvPr>
        </p:nvSpPr>
        <p:spPr>
          <a:xfrm>
            <a:off x="1273909" y="3398399"/>
            <a:ext cx="2910900" cy="10107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194" name="Google Shape;1194;p90"/>
          <p:cNvSpPr txBox="1">
            <a:spLocks noGrp="1"/>
          </p:cNvSpPr>
          <p:nvPr>
            <p:ph type="subTitle" idx="3"/>
          </p:nvPr>
        </p:nvSpPr>
        <p:spPr>
          <a:xfrm>
            <a:off x="1273897" y="2974875"/>
            <a:ext cx="2910900" cy="423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1195" name="Google Shape;1195;p90"/>
          <p:cNvSpPr txBox="1">
            <a:spLocks noGrp="1"/>
          </p:cNvSpPr>
          <p:nvPr>
            <p:ph type="subTitle" idx="4"/>
          </p:nvPr>
        </p:nvSpPr>
        <p:spPr>
          <a:xfrm>
            <a:off x="4959203" y="2974875"/>
            <a:ext cx="2910900" cy="423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grpSp>
        <p:nvGrpSpPr>
          <p:cNvPr id="1196" name="Google Shape;1196;p90"/>
          <p:cNvGrpSpPr/>
          <p:nvPr/>
        </p:nvGrpSpPr>
        <p:grpSpPr>
          <a:xfrm>
            <a:off x="-501600" y="128825"/>
            <a:ext cx="10252550" cy="5418500"/>
            <a:chOff x="-501600" y="128825"/>
            <a:chExt cx="10252550" cy="5418500"/>
          </a:xfrm>
        </p:grpSpPr>
        <p:sp>
          <p:nvSpPr>
            <p:cNvPr id="1197" name="Google Shape;1197;p90"/>
            <p:cNvSpPr/>
            <p:nvPr/>
          </p:nvSpPr>
          <p:spPr>
            <a:xfrm rot="-5400000" flipH="1">
              <a:off x="6729150" y="3132475"/>
              <a:ext cx="8151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198" name="Google Shape;1198;p90"/>
            <p:cNvSpPr/>
            <p:nvPr/>
          </p:nvSpPr>
          <p:spPr>
            <a:xfrm rot="-5400000" flipH="1">
              <a:off x="8545850" y="128825"/>
              <a:ext cx="1205100" cy="1205100"/>
            </a:xfrm>
            <a:prstGeom prst="blockArc">
              <a:avLst>
                <a:gd name="adj1" fmla="val 10800000"/>
                <a:gd name="adj2" fmla="val 93824"/>
                <a:gd name="adj3" fmla="val 198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199" name="Google Shape;1199;p90"/>
            <p:cNvSpPr/>
            <p:nvPr/>
          </p:nvSpPr>
          <p:spPr>
            <a:xfrm flipH="1">
              <a:off x="-501600" y="2817900"/>
              <a:ext cx="1001100" cy="2325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1200" name="Google Shape;1200;p90"/>
          <p:cNvGrpSpPr/>
          <p:nvPr/>
        </p:nvGrpSpPr>
        <p:grpSpPr>
          <a:xfrm>
            <a:off x="2" y="156617"/>
            <a:ext cx="9088698" cy="4882915"/>
            <a:chOff x="2" y="156617"/>
            <a:chExt cx="9088698" cy="4882915"/>
          </a:xfrm>
        </p:grpSpPr>
        <p:grpSp>
          <p:nvGrpSpPr>
            <p:cNvPr id="1201" name="Google Shape;1201;p90"/>
            <p:cNvGrpSpPr/>
            <p:nvPr/>
          </p:nvGrpSpPr>
          <p:grpSpPr>
            <a:xfrm>
              <a:off x="2" y="156617"/>
              <a:ext cx="719987" cy="944360"/>
              <a:chOff x="2" y="156617"/>
              <a:chExt cx="719987" cy="944360"/>
            </a:xfrm>
          </p:grpSpPr>
          <p:pic>
            <p:nvPicPr>
              <p:cNvPr id="1202" name="Google Shape;1202;p90"/>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1203" name="Google Shape;1203;p90"/>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nvGrpSpPr>
            <p:cNvPr id="1204" name="Google Shape;1204;p90"/>
            <p:cNvGrpSpPr/>
            <p:nvPr/>
          </p:nvGrpSpPr>
          <p:grpSpPr>
            <a:xfrm>
              <a:off x="7986262" y="4462366"/>
              <a:ext cx="1102438" cy="577167"/>
              <a:chOff x="359837" y="4401391"/>
              <a:chExt cx="1102438" cy="577167"/>
            </a:xfrm>
          </p:grpSpPr>
          <p:pic>
            <p:nvPicPr>
              <p:cNvPr id="1205" name="Google Shape;1205;p90"/>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1206" name="Google Shape;1206;p90"/>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sp>
        <p:nvSpPr>
          <p:cNvPr id="1207" name="Google Shape;1207;p9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1208"/>
        <p:cNvGrpSpPr/>
        <p:nvPr/>
      </p:nvGrpSpPr>
      <p:grpSpPr>
        <a:xfrm>
          <a:off x="0" y="0"/>
          <a:ext cx="0" cy="0"/>
          <a:chOff x="0" y="0"/>
          <a:chExt cx="0" cy="0"/>
        </a:xfrm>
      </p:grpSpPr>
      <p:pic>
        <p:nvPicPr>
          <p:cNvPr id="1209" name="Google Shape;1209;p91"/>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210" name="Google Shape;1210;p9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211" name="Google Shape;1211;p91"/>
          <p:cNvSpPr txBox="1">
            <a:spLocks noGrp="1"/>
          </p:cNvSpPr>
          <p:nvPr>
            <p:ph type="subTitle" idx="1"/>
          </p:nvPr>
        </p:nvSpPr>
        <p:spPr>
          <a:xfrm>
            <a:off x="4850130" y="1874500"/>
            <a:ext cx="3479700" cy="18390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12" name="Google Shape;1212;p91"/>
          <p:cNvSpPr txBox="1">
            <a:spLocks noGrp="1"/>
          </p:cNvSpPr>
          <p:nvPr>
            <p:ph type="subTitle" idx="2"/>
          </p:nvPr>
        </p:nvSpPr>
        <p:spPr>
          <a:xfrm>
            <a:off x="814175" y="1874500"/>
            <a:ext cx="3479700" cy="18390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1213" name="Google Shape;1213;p91"/>
          <p:cNvGrpSpPr/>
          <p:nvPr/>
        </p:nvGrpSpPr>
        <p:grpSpPr>
          <a:xfrm>
            <a:off x="275000" y="0"/>
            <a:ext cx="9374500" cy="5748850"/>
            <a:chOff x="275000" y="0"/>
            <a:chExt cx="9374500" cy="5748850"/>
          </a:xfrm>
        </p:grpSpPr>
        <p:sp>
          <p:nvSpPr>
            <p:cNvPr id="1214" name="Google Shape;1214;p91"/>
            <p:cNvSpPr/>
            <p:nvPr/>
          </p:nvSpPr>
          <p:spPr>
            <a:xfrm rot="-5400000" flipH="1">
              <a:off x="6729150" y="3132475"/>
              <a:ext cx="8151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215" name="Google Shape;1215;p91"/>
            <p:cNvSpPr/>
            <p:nvPr/>
          </p:nvSpPr>
          <p:spPr>
            <a:xfrm flipH="1">
              <a:off x="275000" y="4543750"/>
              <a:ext cx="1205100" cy="1205100"/>
            </a:xfrm>
            <a:prstGeom prst="blockArc">
              <a:avLst>
                <a:gd name="adj1" fmla="val 10800000"/>
                <a:gd name="adj2" fmla="val 93824"/>
                <a:gd name="adj3" fmla="val 198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216" name="Google Shape;1216;p91"/>
            <p:cNvSpPr/>
            <p:nvPr/>
          </p:nvSpPr>
          <p:spPr>
            <a:xfrm rot="10800000" flipH="1">
              <a:off x="8648400" y="0"/>
              <a:ext cx="1001100" cy="2325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1217" name="Google Shape;1217;p91"/>
          <p:cNvGrpSpPr/>
          <p:nvPr/>
        </p:nvGrpSpPr>
        <p:grpSpPr>
          <a:xfrm>
            <a:off x="2" y="156617"/>
            <a:ext cx="9088698" cy="4882915"/>
            <a:chOff x="2" y="156617"/>
            <a:chExt cx="9088698" cy="4882915"/>
          </a:xfrm>
        </p:grpSpPr>
        <p:grpSp>
          <p:nvGrpSpPr>
            <p:cNvPr id="1218" name="Google Shape;1218;p91"/>
            <p:cNvGrpSpPr/>
            <p:nvPr/>
          </p:nvGrpSpPr>
          <p:grpSpPr>
            <a:xfrm>
              <a:off x="2" y="156617"/>
              <a:ext cx="719987" cy="944360"/>
              <a:chOff x="2" y="156617"/>
              <a:chExt cx="719987" cy="944360"/>
            </a:xfrm>
          </p:grpSpPr>
          <p:pic>
            <p:nvPicPr>
              <p:cNvPr id="1219" name="Google Shape;1219;p91"/>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1220" name="Google Shape;1220;p91"/>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nvGrpSpPr>
            <p:cNvPr id="1221" name="Google Shape;1221;p91"/>
            <p:cNvGrpSpPr/>
            <p:nvPr/>
          </p:nvGrpSpPr>
          <p:grpSpPr>
            <a:xfrm>
              <a:off x="7986262" y="4462366"/>
              <a:ext cx="1102438" cy="577167"/>
              <a:chOff x="359837" y="4401391"/>
              <a:chExt cx="1102438" cy="577167"/>
            </a:xfrm>
          </p:grpSpPr>
          <p:pic>
            <p:nvPicPr>
              <p:cNvPr id="1222" name="Google Shape;1222;p91"/>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1223" name="Google Shape;1223;p91"/>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sp>
        <p:nvSpPr>
          <p:cNvPr id="1224" name="Google Shape;1224;p9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225"/>
        <p:cNvGrpSpPr/>
        <p:nvPr/>
      </p:nvGrpSpPr>
      <p:grpSpPr>
        <a:xfrm>
          <a:off x="0" y="0"/>
          <a:ext cx="0" cy="0"/>
          <a:chOff x="0" y="0"/>
          <a:chExt cx="0" cy="0"/>
        </a:xfrm>
      </p:grpSpPr>
      <p:pic>
        <p:nvPicPr>
          <p:cNvPr id="1226" name="Google Shape;1226;p92"/>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227" name="Google Shape;1227;p9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228" name="Google Shape;1228;p92"/>
          <p:cNvSpPr txBox="1">
            <a:spLocks noGrp="1"/>
          </p:cNvSpPr>
          <p:nvPr>
            <p:ph type="subTitle" idx="1"/>
          </p:nvPr>
        </p:nvSpPr>
        <p:spPr>
          <a:xfrm>
            <a:off x="828825" y="3250127"/>
            <a:ext cx="2240400" cy="10155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29" name="Google Shape;1229;p92"/>
          <p:cNvSpPr txBox="1">
            <a:spLocks noGrp="1"/>
          </p:cNvSpPr>
          <p:nvPr>
            <p:ph type="subTitle" idx="2"/>
          </p:nvPr>
        </p:nvSpPr>
        <p:spPr>
          <a:xfrm>
            <a:off x="3451795" y="3250127"/>
            <a:ext cx="2240400" cy="10155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30" name="Google Shape;1230;p92"/>
          <p:cNvSpPr txBox="1">
            <a:spLocks noGrp="1"/>
          </p:cNvSpPr>
          <p:nvPr>
            <p:ph type="subTitle" idx="3"/>
          </p:nvPr>
        </p:nvSpPr>
        <p:spPr>
          <a:xfrm>
            <a:off x="6074772" y="3250127"/>
            <a:ext cx="2240400" cy="10155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31" name="Google Shape;1231;p92"/>
          <p:cNvSpPr txBox="1">
            <a:spLocks noGrp="1"/>
          </p:cNvSpPr>
          <p:nvPr>
            <p:ph type="subTitle" idx="4"/>
          </p:nvPr>
        </p:nvSpPr>
        <p:spPr>
          <a:xfrm>
            <a:off x="828825" y="2779250"/>
            <a:ext cx="2240400" cy="4710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1232" name="Google Shape;1232;p92"/>
          <p:cNvSpPr txBox="1">
            <a:spLocks noGrp="1"/>
          </p:cNvSpPr>
          <p:nvPr>
            <p:ph type="subTitle" idx="5"/>
          </p:nvPr>
        </p:nvSpPr>
        <p:spPr>
          <a:xfrm>
            <a:off x="3451798" y="2779250"/>
            <a:ext cx="2240400" cy="4710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1233" name="Google Shape;1233;p92"/>
          <p:cNvSpPr txBox="1">
            <a:spLocks noGrp="1"/>
          </p:cNvSpPr>
          <p:nvPr>
            <p:ph type="subTitle" idx="6"/>
          </p:nvPr>
        </p:nvSpPr>
        <p:spPr>
          <a:xfrm>
            <a:off x="6074772" y="2779250"/>
            <a:ext cx="2240400" cy="4710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grpSp>
        <p:nvGrpSpPr>
          <p:cNvPr id="1234" name="Google Shape;1234;p92"/>
          <p:cNvGrpSpPr/>
          <p:nvPr/>
        </p:nvGrpSpPr>
        <p:grpSpPr>
          <a:xfrm>
            <a:off x="-601700" y="0"/>
            <a:ext cx="10705100" cy="4676150"/>
            <a:chOff x="-601700" y="0"/>
            <a:chExt cx="10705100" cy="4676150"/>
          </a:xfrm>
        </p:grpSpPr>
        <p:sp>
          <p:nvSpPr>
            <p:cNvPr id="1235" name="Google Shape;1235;p92"/>
            <p:cNvSpPr/>
            <p:nvPr/>
          </p:nvSpPr>
          <p:spPr>
            <a:xfrm rot="-5400000">
              <a:off x="8206500" y="2779250"/>
              <a:ext cx="1896900" cy="1896900"/>
            </a:xfrm>
            <a:prstGeom prst="blockArc">
              <a:avLst>
                <a:gd name="adj1" fmla="val 10800000"/>
                <a:gd name="adj2" fmla="val 21596677"/>
                <a:gd name="adj3" fmla="val 11819"/>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1236" name="Google Shape;1236;p92"/>
            <p:cNvGrpSpPr/>
            <p:nvPr/>
          </p:nvGrpSpPr>
          <p:grpSpPr>
            <a:xfrm rot="5400000">
              <a:off x="-2006450" y="1404750"/>
              <a:ext cx="4014600" cy="1205100"/>
              <a:chOff x="150" y="4543750"/>
              <a:chExt cx="4014600" cy="1205100"/>
            </a:xfrm>
          </p:grpSpPr>
          <p:sp>
            <p:nvSpPr>
              <p:cNvPr id="1237" name="Google Shape;1237;p92"/>
              <p:cNvSpPr/>
              <p:nvPr/>
            </p:nvSpPr>
            <p:spPr>
              <a:xfrm rot="5400000">
                <a:off x="1622250" y="3110125"/>
                <a:ext cx="7704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238" name="Google Shape;1238;p92"/>
              <p:cNvSpPr/>
              <p:nvPr/>
            </p:nvSpPr>
            <p:spPr>
              <a:xfrm>
                <a:off x="2283875" y="4543750"/>
                <a:ext cx="1205100" cy="1205100"/>
              </a:xfrm>
              <a:prstGeom prst="blockArc">
                <a:avLst>
                  <a:gd name="adj1" fmla="val 10800000"/>
                  <a:gd name="adj2" fmla="val 93824"/>
                  <a:gd name="adj3" fmla="val 19896"/>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grpSp>
        <p:nvGrpSpPr>
          <p:cNvPr id="1239" name="Google Shape;1239;p92"/>
          <p:cNvGrpSpPr/>
          <p:nvPr/>
        </p:nvGrpSpPr>
        <p:grpSpPr>
          <a:xfrm>
            <a:off x="2" y="156617"/>
            <a:ext cx="9054876" cy="5024066"/>
            <a:chOff x="2" y="156617"/>
            <a:chExt cx="9054876" cy="5024066"/>
          </a:xfrm>
        </p:grpSpPr>
        <p:grpSp>
          <p:nvGrpSpPr>
            <p:cNvPr id="1240" name="Google Shape;1240;p92"/>
            <p:cNvGrpSpPr/>
            <p:nvPr/>
          </p:nvGrpSpPr>
          <p:grpSpPr>
            <a:xfrm>
              <a:off x="8206512" y="4230524"/>
              <a:ext cx="848365" cy="950159"/>
              <a:chOff x="41662" y="277999"/>
              <a:chExt cx="848365" cy="950159"/>
            </a:xfrm>
          </p:grpSpPr>
          <p:pic>
            <p:nvPicPr>
              <p:cNvPr id="1241" name="Google Shape;1241;p92"/>
              <p:cNvPicPr preferRelativeResize="0"/>
              <p:nvPr/>
            </p:nvPicPr>
            <p:blipFill>
              <a:blip r:embed="rId3">
                <a:alphaModFix/>
              </a:blip>
              <a:stretch>
                <a:fillRect/>
              </a:stretch>
            </p:blipFill>
            <p:spPr>
              <a:xfrm rot="-1083129" flipH="1">
                <a:off x="101303" y="652430"/>
                <a:ext cx="646323" cy="487587"/>
              </a:xfrm>
              <a:prstGeom prst="rect">
                <a:avLst/>
              </a:prstGeom>
              <a:noFill/>
              <a:ln>
                <a:noFill/>
              </a:ln>
              <a:effectLst>
                <a:outerShdw blurRad="57150" dist="19050" dir="5400000" algn="bl" rotWithShape="0">
                  <a:schemeClr val="dk1">
                    <a:alpha val="50000"/>
                  </a:schemeClr>
                </a:outerShdw>
              </a:effectLst>
            </p:spPr>
          </p:pic>
          <p:pic>
            <p:nvPicPr>
              <p:cNvPr id="1242" name="Google Shape;1242;p92"/>
              <p:cNvPicPr preferRelativeResize="0"/>
              <p:nvPr/>
            </p:nvPicPr>
            <p:blipFill>
              <a:blip r:embed="rId3">
                <a:alphaModFix/>
              </a:blip>
              <a:stretch>
                <a:fillRect/>
              </a:stretch>
            </p:blipFill>
            <p:spPr>
              <a:xfrm rot="-5826171" flipH="1">
                <a:off x="570466" y="412512"/>
                <a:ext cx="341359" cy="257531"/>
              </a:xfrm>
              <a:prstGeom prst="rect">
                <a:avLst/>
              </a:prstGeom>
              <a:noFill/>
              <a:ln>
                <a:noFill/>
              </a:ln>
              <a:effectLst>
                <a:outerShdw blurRad="57150" dist="19050" dir="5400000" algn="bl" rotWithShape="0">
                  <a:schemeClr val="dk1">
                    <a:alpha val="50000"/>
                  </a:schemeClr>
                </a:outerShdw>
              </a:effectLst>
            </p:spPr>
          </p:pic>
          <p:pic>
            <p:nvPicPr>
              <p:cNvPr id="1243" name="Google Shape;1243;p92"/>
              <p:cNvPicPr preferRelativeResize="0"/>
              <p:nvPr/>
            </p:nvPicPr>
            <p:blipFill>
              <a:blip r:embed="rId4">
                <a:alphaModFix/>
              </a:blip>
              <a:stretch>
                <a:fillRect/>
              </a:stretch>
            </p:blipFill>
            <p:spPr>
              <a:xfrm rot="-8300824" flipH="1">
                <a:off x="200914" y="402080"/>
                <a:ext cx="447091" cy="193739"/>
              </a:xfrm>
              <a:prstGeom prst="rect">
                <a:avLst/>
              </a:prstGeom>
              <a:noFill/>
              <a:ln>
                <a:noFill/>
              </a:ln>
              <a:effectLst>
                <a:outerShdw blurRad="57150" dist="19050" dir="5400000" algn="bl" rotWithShape="0">
                  <a:schemeClr val="dk1">
                    <a:alpha val="50000"/>
                  </a:schemeClr>
                </a:outerShdw>
              </a:effectLst>
            </p:spPr>
          </p:pic>
        </p:grpSp>
        <p:grpSp>
          <p:nvGrpSpPr>
            <p:cNvPr id="1244" name="Google Shape;1244;p92"/>
            <p:cNvGrpSpPr/>
            <p:nvPr/>
          </p:nvGrpSpPr>
          <p:grpSpPr>
            <a:xfrm>
              <a:off x="2" y="156617"/>
              <a:ext cx="719987" cy="944360"/>
              <a:chOff x="2" y="156617"/>
              <a:chExt cx="719987" cy="944360"/>
            </a:xfrm>
          </p:grpSpPr>
          <p:pic>
            <p:nvPicPr>
              <p:cNvPr id="1245" name="Google Shape;1245;p92"/>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1246" name="Google Shape;1246;p92"/>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sp>
        <p:nvSpPr>
          <p:cNvPr id="1247" name="Google Shape;1247;p9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248"/>
        <p:cNvGrpSpPr/>
        <p:nvPr/>
      </p:nvGrpSpPr>
      <p:grpSpPr>
        <a:xfrm>
          <a:off x="0" y="0"/>
          <a:ext cx="0" cy="0"/>
          <a:chOff x="0" y="0"/>
          <a:chExt cx="0" cy="0"/>
        </a:xfrm>
      </p:grpSpPr>
      <p:pic>
        <p:nvPicPr>
          <p:cNvPr id="1249" name="Google Shape;1249;p93"/>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1250" name="Google Shape;1250;p93"/>
          <p:cNvGrpSpPr/>
          <p:nvPr/>
        </p:nvGrpSpPr>
        <p:grpSpPr>
          <a:xfrm>
            <a:off x="5129400" y="0"/>
            <a:ext cx="4520100" cy="5547325"/>
            <a:chOff x="5129400" y="0"/>
            <a:chExt cx="4520100" cy="5547325"/>
          </a:xfrm>
        </p:grpSpPr>
        <p:sp>
          <p:nvSpPr>
            <p:cNvPr id="1251" name="Google Shape;1251;p93"/>
            <p:cNvSpPr/>
            <p:nvPr/>
          </p:nvSpPr>
          <p:spPr>
            <a:xfrm rot="-5400000" flipH="1">
              <a:off x="6729150" y="3132475"/>
              <a:ext cx="8151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252" name="Google Shape;1252;p93"/>
            <p:cNvSpPr/>
            <p:nvPr/>
          </p:nvSpPr>
          <p:spPr>
            <a:xfrm rot="10800000" flipH="1">
              <a:off x="8648400" y="0"/>
              <a:ext cx="1001100" cy="2325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1253" name="Google Shape;1253;p93"/>
          <p:cNvGrpSpPr/>
          <p:nvPr/>
        </p:nvGrpSpPr>
        <p:grpSpPr>
          <a:xfrm>
            <a:off x="2" y="156617"/>
            <a:ext cx="9088698" cy="4882915"/>
            <a:chOff x="2" y="156617"/>
            <a:chExt cx="9088698" cy="4882915"/>
          </a:xfrm>
        </p:grpSpPr>
        <p:grpSp>
          <p:nvGrpSpPr>
            <p:cNvPr id="1254" name="Google Shape;1254;p93"/>
            <p:cNvGrpSpPr/>
            <p:nvPr/>
          </p:nvGrpSpPr>
          <p:grpSpPr>
            <a:xfrm>
              <a:off x="2" y="156617"/>
              <a:ext cx="719987" cy="944360"/>
              <a:chOff x="2" y="156617"/>
              <a:chExt cx="719987" cy="944360"/>
            </a:xfrm>
          </p:grpSpPr>
          <p:pic>
            <p:nvPicPr>
              <p:cNvPr id="1255" name="Google Shape;1255;p93"/>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1256" name="Google Shape;1256;p93"/>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nvGrpSpPr>
            <p:cNvPr id="1257" name="Google Shape;1257;p93"/>
            <p:cNvGrpSpPr/>
            <p:nvPr/>
          </p:nvGrpSpPr>
          <p:grpSpPr>
            <a:xfrm>
              <a:off x="7986262" y="4462366"/>
              <a:ext cx="1102438" cy="577167"/>
              <a:chOff x="359837" y="4401391"/>
              <a:chExt cx="1102438" cy="577167"/>
            </a:xfrm>
          </p:grpSpPr>
          <p:pic>
            <p:nvPicPr>
              <p:cNvPr id="1258" name="Google Shape;1258;p93"/>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1259" name="Google Shape;1259;p93"/>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sp>
        <p:nvSpPr>
          <p:cNvPr id="1260" name="Google Shape;1260;p9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261" name="Google Shape;1261;p93"/>
          <p:cNvSpPr txBox="1">
            <a:spLocks noGrp="1"/>
          </p:cNvSpPr>
          <p:nvPr>
            <p:ph type="subTitle" idx="1"/>
          </p:nvPr>
        </p:nvSpPr>
        <p:spPr>
          <a:xfrm>
            <a:off x="2110300" y="1995300"/>
            <a:ext cx="2237700" cy="6654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1262" name="Google Shape;1262;p93"/>
          <p:cNvSpPr txBox="1">
            <a:spLocks noGrp="1"/>
          </p:cNvSpPr>
          <p:nvPr>
            <p:ph type="subTitle" idx="2"/>
          </p:nvPr>
        </p:nvSpPr>
        <p:spPr>
          <a:xfrm>
            <a:off x="5910410" y="1995300"/>
            <a:ext cx="2237700" cy="6654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1263" name="Google Shape;1263;p93"/>
          <p:cNvSpPr txBox="1">
            <a:spLocks noGrp="1"/>
          </p:cNvSpPr>
          <p:nvPr>
            <p:ph type="subTitle" idx="3"/>
          </p:nvPr>
        </p:nvSpPr>
        <p:spPr>
          <a:xfrm>
            <a:off x="2110300" y="3624532"/>
            <a:ext cx="2237700" cy="6654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1264" name="Google Shape;1264;p93"/>
          <p:cNvSpPr txBox="1">
            <a:spLocks noGrp="1"/>
          </p:cNvSpPr>
          <p:nvPr>
            <p:ph type="subTitle" idx="4"/>
          </p:nvPr>
        </p:nvSpPr>
        <p:spPr>
          <a:xfrm>
            <a:off x="5910410" y="3624532"/>
            <a:ext cx="2237700" cy="6654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1265" name="Google Shape;1265;p93"/>
          <p:cNvSpPr txBox="1">
            <a:spLocks noGrp="1"/>
          </p:cNvSpPr>
          <p:nvPr>
            <p:ph type="subTitle" idx="5"/>
          </p:nvPr>
        </p:nvSpPr>
        <p:spPr>
          <a:xfrm>
            <a:off x="2110300" y="1565900"/>
            <a:ext cx="2237700" cy="5055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1266" name="Google Shape;1266;p93"/>
          <p:cNvSpPr txBox="1">
            <a:spLocks noGrp="1"/>
          </p:cNvSpPr>
          <p:nvPr>
            <p:ph type="subTitle" idx="6"/>
          </p:nvPr>
        </p:nvSpPr>
        <p:spPr>
          <a:xfrm>
            <a:off x="2110300" y="3195232"/>
            <a:ext cx="2237700" cy="5055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1267" name="Google Shape;1267;p93"/>
          <p:cNvSpPr txBox="1">
            <a:spLocks noGrp="1"/>
          </p:cNvSpPr>
          <p:nvPr>
            <p:ph type="subTitle" idx="7"/>
          </p:nvPr>
        </p:nvSpPr>
        <p:spPr>
          <a:xfrm>
            <a:off x="5910406" y="1565900"/>
            <a:ext cx="2237700" cy="5055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1268" name="Google Shape;1268;p93"/>
          <p:cNvSpPr txBox="1">
            <a:spLocks noGrp="1"/>
          </p:cNvSpPr>
          <p:nvPr>
            <p:ph type="subTitle" idx="8"/>
          </p:nvPr>
        </p:nvSpPr>
        <p:spPr>
          <a:xfrm>
            <a:off x="5910406" y="3195232"/>
            <a:ext cx="2237700" cy="5055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1269" name="Google Shape;1269;p9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Title and five columns">
  <p:cSld name="CUSTOM_7_1">
    <p:spTree>
      <p:nvGrpSpPr>
        <p:cNvPr id="1" name="Shape 1270"/>
        <p:cNvGrpSpPr/>
        <p:nvPr/>
      </p:nvGrpSpPr>
      <p:grpSpPr>
        <a:xfrm>
          <a:off x="0" y="0"/>
          <a:ext cx="0" cy="0"/>
          <a:chOff x="0" y="0"/>
          <a:chExt cx="0" cy="0"/>
        </a:xfrm>
      </p:grpSpPr>
      <p:pic>
        <p:nvPicPr>
          <p:cNvPr id="1271" name="Google Shape;1271;p94"/>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272" name="Google Shape;1272;p9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273" name="Google Shape;1273;p94"/>
          <p:cNvSpPr txBox="1">
            <a:spLocks noGrp="1"/>
          </p:cNvSpPr>
          <p:nvPr>
            <p:ph type="subTitle" idx="1"/>
          </p:nvPr>
        </p:nvSpPr>
        <p:spPr>
          <a:xfrm>
            <a:off x="1108627" y="2149200"/>
            <a:ext cx="19860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74" name="Google Shape;1274;p94"/>
          <p:cNvSpPr txBox="1">
            <a:spLocks noGrp="1"/>
          </p:cNvSpPr>
          <p:nvPr>
            <p:ph type="subTitle" idx="2"/>
          </p:nvPr>
        </p:nvSpPr>
        <p:spPr>
          <a:xfrm>
            <a:off x="3579000" y="2149200"/>
            <a:ext cx="19860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75" name="Google Shape;1275;p94"/>
          <p:cNvSpPr txBox="1">
            <a:spLocks noGrp="1"/>
          </p:cNvSpPr>
          <p:nvPr>
            <p:ph type="subTitle" idx="3"/>
          </p:nvPr>
        </p:nvSpPr>
        <p:spPr>
          <a:xfrm>
            <a:off x="2191413" y="3579425"/>
            <a:ext cx="19860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76" name="Google Shape;1276;p94"/>
          <p:cNvSpPr txBox="1">
            <a:spLocks noGrp="1"/>
          </p:cNvSpPr>
          <p:nvPr>
            <p:ph type="subTitle" idx="4"/>
          </p:nvPr>
        </p:nvSpPr>
        <p:spPr>
          <a:xfrm>
            <a:off x="6049373" y="2149200"/>
            <a:ext cx="19860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77" name="Google Shape;1277;p94"/>
          <p:cNvSpPr txBox="1">
            <a:spLocks noGrp="1"/>
          </p:cNvSpPr>
          <p:nvPr>
            <p:ph type="subTitle" idx="5"/>
          </p:nvPr>
        </p:nvSpPr>
        <p:spPr>
          <a:xfrm>
            <a:off x="4966587" y="3579425"/>
            <a:ext cx="19860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78" name="Google Shape;1278;p94"/>
          <p:cNvSpPr txBox="1">
            <a:spLocks noGrp="1"/>
          </p:cNvSpPr>
          <p:nvPr>
            <p:ph type="subTitle" idx="6"/>
          </p:nvPr>
        </p:nvSpPr>
        <p:spPr>
          <a:xfrm>
            <a:off x="1109527" y="1656599"/>
            <a:ext cx="19842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1279" name="Google Shape;1279;p94"/>
          <p:cNvSpPr txBox="1">
            <a:spLocks noGrp="1"/>
          </p:cNvSpPr>
          <p:nvPr>
            <p:ph type="subTitle" idx="7"/>
          </p:nvPr>
        </p:nvSpPr>
        <p:spPr>
          <a:xfrm>
            <a:off x="3579900" y="1656599"/>
            <a:ext cx="19842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1280" name="Google Shape;1280;p94"/>
          <p:cNvSpPr txBox="1">
            <a:spLocks noGrp="1"/>
          </p:cNvSpPr>
          <p:nvPr>
            <p:ph type="subTitle" idx="8"/>
          </p:nvPr>
        </p:nvSpPr>
        <p:spPr>
          <a:xfrm>
            <a:off x="6050273" y="1656599"/>
            <a:ext cx="19842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1281" name="Google Shape;1281;p94"/>
          <p:cNvSpPr txBox="1">
            <a:spLocks noGrp="1"/>
          </p:cNvSpPr>
          <p:nvPr>
            <p:ph type="subTitle" idx="9"/>
          </p:nvPr>
        </p:nvSpPr>
        <p:spPr>
          <a:xfrm>
            <a:off x="2192313" y="3086800"/>
            <a:ext cx="19842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1282" name="Google Shape;1282;p94"/>
          <p:cNvSpPr txBox="1">
            <a:spLocks noGrp="1"/>
          </p:cNvSpPr>
          <p:nvPr>
            <p:ph type="subTitle" idx="13"/>
          </p:nvPr>
        </p:nvSpPr>
        <p:spPr>
          <a:xfrm>
            <a:off x="4967487" y="3086800"/>
            <a:ext cx="19842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grpSp>
        <p:nvGrpSpPr>
          <p:cNvPr id="1283" name="Google Shape;1283;p94"/>
          <p:cNvGrpSpPr/>
          <p:nvPr/>
        </p:nvGrpSpPr>
        <p:grpSpPr>
          <a:xfrm>
            <a:off x="2" y="156617"/>
            <a:ext cx="719987" cy="944360"/>
            <a:chOff x="2" y="156617"/>
            <a:chExt cx="719987" cy="944360"/>
          </a:xfrm>
        </p:grpSpPr>
        <p:pic>
          <p:nvPicPr>
            <p:cNvPr id="1284" name="Google Shape;1284;p94"/>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1285" name="Google Shape;1285;p94"/>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nvGrpSpPr>
          <p:cNvPr id="1286" name="Google Shape;1286;p94"/>
          <p:cNvGrpSpPr/>
          <p:nvPr/>
        </p:nvGrpSpPr>
        <p:grpSpPr>
          <a:xfrm>
            <a:off x="0" y="2817900"/>
            <a:ext cx="9640900" cy="2932900"/>
            <a:chOff x="0" y="2817900"/>
            <a:chExt cx="9640900" cy="2932900"/>
          </a:xfrm>
        </p:grpSpPr>
        <p:sp>
          <p:nvSpPr>
            <p:cNvPr id="1287" name="Google Shape;1287;p94"/>
            <p:cNvSpPr/>
            <p:nvPr/>
          </p:nvSpPr>
          <p:spPr>
            <a:xfrm rot="5400000">
              <a:off x="1599750" y="3132475"/>
              <a:ext cx="8151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288" name="Google Shape;1288;p94"/>
            <p:cNvSpPr/>
            <p:nvPr/>
          </p:nvSpPr>
          <p:spPr>
            <a:xfrm flipH="1">
              <a:off x="110675" y="4545700"/>
              <a:ext cx="1205100" cy="1205100"/>
            </a:xfrm>
            <a:prstGeom prst="blockArc">
              <a:avLst>
                <a:gd name="adj1" fmla="val 10800000"/>
                <a:gd name="adj2" fmla="val 93824"/>
                <a:gd name="adj3" fmla="val 19896"/>
              </a:avLst>
            </a:prstGeom>
            <a:solidFill>
              <a:srgbClr val="B3BB7B">
                <a:alpha val="5157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289" name="Google Shape;1289;p94"/>
            <p:cNvSpPr/>
            <p:nvPr/>
          </p:nvSpPr>
          <p:spPr>
            <a:xfrm flipH="1">
              <a:off x="8639800" y="2817900"/>
              <a:ext cx="1001100" cy="2325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1290" name="Google Shape;1290;p9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291"/>
        <p:cNvGrpSpPr/>
        <p:nvPr/>
      </p:nvGrpSpPr>
      <p:grpSpPr>
        <a:xfrm>
          <a:off x="0" y="0"/>
          <a:ext cx="0" cy="0"/>
          <a:chOff x="0" y="0"/>
          <a:chExt cx="0" cy="0"/>
        </a:xfrm>
      </p:grpSpPr>
      <p:pic>
        <p:nvPicPr>
          <p:cNvPr id="1292" name="Google Shape;1292;p95"/>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293" name="Google Shape;1293;p9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294" name="Google Shape;1294;p95"/>
          <p:cNvSpPr txBox="1">
            <a:spLocks noGrp="1"/>
          </p:cNvSpPr>
          <p:nvPr>
            <p:ph type="subTitle" idx="1"/>
          </p:nvPr>
        </p:nvSpPr>
        <p:spPr>
          <a:xfrm>
            <a:off x="719954" y="2149201"/>
            <a:ext cx="22089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95" name="Google Shape;1295;p95"/>
          <p:cNvSpPr txBox="1">
            <a:spLocks noGrp="1"/>
          </p:cNvSpPr>
          <p:nvPr>
            <p:ph type="subTitle" idx="2"/>
          </p:nvPr>
        </p:nvSpPr>
        <p:spPr>
          <a:xfrm>
            <a:off x="3467550" y="2149201"/>
            <a:ext cx="22089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96" name="Google Shape;1296;p95"/>
          <p:cNvSpPr txBox="1">
            <a:spLocks noGrp="1"/>
          </p:cNvSpPr>
          <p:nvPr>
            <p:ph type="subTitle" idx="3"/>
          </p:nvPr>
        </p:nvSpPr>
        <p:spPr>
          <a:xfrm>
            <a:off x="719954" y="3579425"/>
            <a:ext cx="22089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97" name="Google Shape;1297;p95"/>
          <p:cNvSpPr txBox="1">
            <a:spLocks noGrp="1"/>
          </p:cNvSpPr>
          <p:nvPr>
            <p:ph type="subTitle" idx="4"/>
          </p:nvPr>
        </p:nvSpPr>
        <p:spPr>
          <a:xfrm>
            <a:off x="3467550" y="3579425"/>
            <a:ext cx="22089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98" name="Google Shape;1298;p95"/>
          <p:cNvSpPr txBox="1">
            <a:spLocks noGrp="1"/>
          </p:cNvSpPr>
          <p:nvPr>
            <p:ph type="subTitle" idx="5"/>
          </p:nvPr>
        </p:nvSpPr>
        <p:spPr>
          <a:xfrm>
            <a:off x="6215146" y="2149201"/>
            <a:ext cx="22089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99" name="Google Shape;1299;p95"/>
          <p:cNvSpPr txBox="1">
            <a:spLocks noGrp="1"/>
          </p:cNvSpPr>
          <p:nvPr>
            <p:ph type="subTitle" idx="6"/>
          </p:nvPr>
        </p:nvSpPr>
        <p:spPr>
          <a:xfrm>
            <a:off x="6215146" y="3579425"/>
            <a:ext cx="22089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300" name="Google Shape;1300;p95"/>
          <p:cNvSpPr txBox="1">
            <a:spLocks noGrp="1"/>
          </p:cNvSpPr>
          <p:nvPr>
            <p:ph type="subTitle" idx="7"/>
          </p:nvPr>
        </p:nvSpPr>
        <p:spPr>
          <a:xfrm>
            <a:off x="720955" y="1656600"/>
            <a:ext cx="22071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1301" name="Google Shape;1301;p95"/>
          <p:cNvSpPr txBox="1">
            <a:spLocks noGrp="1"/>
          </p:cNvSpPr>
          <p:nvPr>
            <p:ph type="subTitle" idx="8"/>
          </p:nvPr>
        </p:nvSpPr>
        <p:spPr>
          <a:xfrm>
            <a:off x="3468551" y="1656600"/>
            <a:ext cx="22071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1302" name="Google Shape;1302;p95"/>
          <p:cNvSpPr txBox="1">
            <a:spLocks noGrp="1"/>
          </p:cNvSpPr>
          <p:nvPr>
            <p:ph type="subTitle" idx="9"/>
          </p:nvPr>
        </p:nvSpPr>
        <p:spPr>
          <a:xfrm>
            <a:off x="6216147" y="1656600"/>
            <a:ext cx="22071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1303" name="Google Shape;1303;p95"/>
          <p:cNvSpPr txBox="1">
            <a:spLocks noGrp="1"/>
          </p:cNvSpPr>
          <p:nvPr>
            <p:ph type="subTitle" idx="13"/>
          </p:nvPr>
        </p:nvSpPr>
        <p:spPr>
          <a:xfrm>
            <a:off x="720955" y="3086800"/>
            <a:ext cx="22071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1304" name="Google Shape;1304;p95"/>
          <p:cNvSpPr txBox="1">
            <a:spLocks noGrp="1"/>
          </p:cNvSpPr>
          <p:nvPr>
            <p:ph type="subTitle" idx="14"/>
          </p:nvPr>
        </p:nvSpPr>
        <p:spPr>
          <a:xfrm>
            <a:off x="3468551" y="3086800"/>
            <a:ext cx="22071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1305" name="Google Shape;1305;p95"/>
          <p:cNvSpPr txBox="1">
            <a:spLocks noGrp="1"/>
          </p:cNvSpPr>
          <p:nvPr>
            <p:ph type="subTitle" idx="15"/>
          </p:nvPr>
        </p:nvSpPr>
        <p:spPr>
          <a:xfrm>
            <a:off x="6216147" y="3086800"/>
            <a:ext cx="22071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grpSp>
        <p:nvGrpSpPr>
          <p:cNvPr id="1306" name="Google Shape;1306;p95"/>
          <p:cNvGrpSpPr/>
          <p:nvPr/>
        </p:nvGrpSpPr>
        <p:grpSpPr>
          <a:xfrm>
            <a:off x="-501600" y="128825"/>
            <a:ext cx="10252550" cy="5418500"/>
            <a:chOff x="-501600" y="128825"/>
            <a:chExt cx="10252550" cy="5418500"/>
          </a:xfrm>
        </p:grpSpPr>
        <p:sp>
          <p:nvSpPr>
            <p:cNvPr id="1307" name="Google Shape;1307;p95"/>
            <p:cNvSpPr/>
            <p:nvPr/>
          </p:nvSpPr>
          <p:spPr>
            <a:xfrm rot="-5400000" flipH="1">
              <a:off x="6729150" y="3132475"/>
              <a:ext cx="8151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308" name="Google Shape;1308;p95"/>
            <p:cNvSpPr/>
            <p:nvPr/>
          </p:nvSpPr>
          <p:spPr>
            <a:xfrm rot="-5400000" flipH="1">
              <a:off x="8545850" y="128825"/>
              <a:ext cx="1205100" cy="1205100"/>
            </a:xfrm>
            <a:prstGeom prst="blockArc">
              <a:avLst>
                <a:gd name="adj1" fmla="val 10800000"/>
                <a:gd name="adj2" fmla="val 93824"/>
                <a:gd name="adj3" fmla="val 198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309" name="Google Shape;1309;p95"/>
            <p:cNvSpPr/>
            <p:nvPr/>
          </p:nvSpPr>
          <p:spPr>
            <a:xfrm flipH="1">
              <a:off x="-501600" y="2817900"/>
              <a:ext cx="1001100" cy="2325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1310" name="Google Shape;1310;p95"/>
          <p:cNvGrpSpPr/>
          <p:nvPr/>
        </p:nvGrpSpPr>
        <p:grpSpPr>
          <a:xfrm>
            <a:off x="2" y="156617"/>
            <a:ext cx="9088698" cy="4882915"/>
            <a:chOff x="2" y="156617"/>
            <a:chExt cx="9088698" cy="4882915"/>
          </a:xfrm>
        </p:grpSpPr>
        <p:grpSp>
          <p:nvGrpSpPr>
            <p:cNvPr id="1311" name="Google Shape;1311;p95"/>
            <p:cNvGrpSpPr/>
            <p:nvPr/>
          </p:nvGrpSpPr>
          <p:grpSpPr>
            <a:xfrm>
              <a:off x="2" y="156617"/>
              <a:ext cx="719987" cy="944360"/>
              <a:chOff x="2" y="156617"/>
              <a:chExt cx="719987" cy="944360"/>
            </a:xfrm>
          </p:grpSpPr>
          <p:pic>
            <p:nvPicPr>
              <p:cNvPr id="1312" name="Google Shape;1312;p95"/>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1313" name="Google Shape;1313;p95"/>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nvGrpSpPr>
            <p:cNvPr id="1314" name="Google Shape;1314;p95"/>
            <p:cNvGrpSpPr/>
            <p:nvPr/>
          </p:nvGrpSpPr>
          <p:grpSpPr>
            <a:xfrm>
              <a:off x="7986262" y="4462366"/>
              <a:ext cx="1102438" cy="577167"/>
              <a:chOff x="359837" y="4401391"/>
              <a:chExt cx="1102438" cy="577167"/>
            </a:xfrm>
          </p:grpSpPr>
          <p:pic>
            <p:nvPicPr>
              <p:cNvPr id="1315" name="Google Shape;1315;p95"/>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1316" name="Google Shape;1316;p95"/>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sp>
        <p:nvSpPr>
          <p:cNvPr id="1317" name="Google Shape;1317;p9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1318"/>
        <p:cNvGrpSpPr/>
        <p:nvPr/>
      </p:nvGrpSpPr>
      <p:grpSpPr>
        <a:xfrm>
          <a:off x="0" y="0"/>
          <a:ext cx="0" cy="0"/>
          <a:chOff x="0" y="0"/>
          <a:chExt cx="0" cy="0"/>
        </a:xfrm>
      </p:grpSpPr>
      <p:pic>
        <p:nvPicPr>
          <p:cNvPr id="1319" name="Google Shape;1319;p96"/>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320" name="Google Shape;1320;p9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grpSp>
        <p:nvGrpSpPr>
          <p:cNvPr id="1321" name="Google Shape;1321;p96"/>
          <p:cNvGrpSpPr/>
          <p:nvPr/>
        </p:nvGrpSpPr>
        <p:grpSpPr>
          <a:xfrm>
            <a:off x="2" y="156617"/>
            <a:ext cx="719987" cy="944360"/>
            <a:chOff x="2" y="156617"/>
            <a:chExt cx="719987" cy="944360"/>
          </a:xfrm>
        </p:grpSpPr>
        <p:pic>
          <p:nvPicPr>
            <p:cNvPr id="1322" name="Google Shape;1322;p96"/>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1323" name="Google Shape;1323;p96"/>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nvGrpSpPr>
          <p:cNvPr id="1324" name="Google Shape;1324;p96"/>
          <p:cNvGrpSpPr/>
          <p:nvPr/>
        </p:nvGrpSpPr>
        <p:grpSpPr>
          <a:xfrm>
            <a:off x="0" y="0"/>
            <a:ext cx="9569050" cy="5569647"/>
            <a:chOff x="0" y="0"/>
            <a:chExt cx="9569050" cy="5569647"/>
          </a:xfrm>
        </p:grpSpPr>
        <p:sp>
          <p:nvSpPr>
            <p:cNvPr id="1325" name="Google Shape;1325;p96"/>
            <p:cNvSpPr/>
            <p:nvPr/>
          </p:nvSpPr>
          <p:spPr>
            <a:xfrm rot="5400000">
              <a:off x="1593450" y="3148497"/>
              <a:ext cx="8277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326" name="Google Shape;1326;p96"/>
            <p:cNvSpPr/>
            <p:nvPr/>
          </p:nvSpPr>
          <p:spPr>
            <a:xfrm rot="10800000">
              <a:off x="8741350" y="0"/>
              <a:ext cx="827700" cy="23787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1327" name="Google Shape;1327;p9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Title only 2">
  <p:cSld name="TITLE_ONLY_1_1">
    <p:spTree>
      <p:nvGrpSpPr>
        <p:cNvPr id="1" name="Shape 1328"/>
        <p:cNvGrpSpPr/>
        <p:nvPr/>
      </p:nvGrpSpPr>
      <p:grpSpPr>
        <a:xfrm>
          <a:off x="0" y="0"/>
          <a:ext cx="0" cy="0"/>
          <a:chOff x="0" y="0"/>
          <a:chExt cx="0" cy="0"/>
        </a:xfrm>
      </p:grpSpPr>
      <p:pic>
        <p:nvPicPr>
          <p:cNvPr id="1329" name="Google Shape;1329;p97"/>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330" name="Google Shape;1330;p9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grpSp>
        <p:nvGrpSpPr>
          <p:cNvPr id="1331" name="Google Shape;1331;p97"/>
          <p:cNvGrpSpPr/>
          <p:nvPr/>
        </p:nvGrpSpPr>
        <p:grpSpPr>
          <a:xfrm>
            <a:off x="2" y="156617"/>
            <a:ext cx="719987" cy="944360"/>
            <a:chOff x="2" y="156617"/>
            <a:chExt cx="719987" cy="944360"/>
          </a:xfrm>
        </p:grpSpPr>
        <p:pic>
          <p:nvPicPr>
            <p:cNvPr id="1332" name="Google Shape;1332;p97"/>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1333" name="Google Shape;1333;p97"/>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nvGrpSpPr>
          <p:cNvPr id="1334" name="Google Shape;1334;p97"/>
          <p:cNvGrpSpPr/>
          <p:nvPr/>
        </p:nvGrpSpPr>
        <p:grpSpPr>
          <a:xfrm>
            <a:off x="0" y="0"/>
            <a:ext cx="9569050" cy="5569647"/>
            <a:chOff x="0" y="0"/>
            <a:chExt cx="9569050" cy="5569647"/>
          </a:xfrm>
        </p:grpSpPr>
        <p:sp>
          <p:nvSpPr>
            <p:cNvPr id="1335" name="Google Shape;1335;p97"/>
            <p:cNvSpPr/>
            <p:nvPr/>
          </p:nvSpPr>
          <p:spPr>
            <a:xfrm rot="5400000">
              <a:off x="1593450" y="3148497"/>
              <a:ext cx="8277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336" name="Google Shape;1336;p97"/>
            <p:cNvSpPr/>
            <p:nvPr/>
          </p:nvSpPr>
          <p:spPr>
            <a:xfrm rot="10800000">
              <a:off x="8741350" y="0"/>
              <a:ext cx="827700" cy="23787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1337" name="Google Shape;1337;p9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1338"/>
        <p:cNvGrpSpPr/>
        <p:nvPr/>
      </p:nvGrpSpPr>
      <p:grpSpPr>
        <a:xfrm>
          <a:off x="0" y="0"/>
          <a:ext cx="0" cy="0"/>
          <a:chOff x="0" y="0"/>
          <a:chExt cx="0" cy="0"/>
        </a:xfrm>
      </p:grpSpPr>
      <p:pic>
        <p:nvPicPr>
          <p:cNvPr id="1339" name="Google Shape;1339;p98"/>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340" name="Google Shape;1340;p98"/>
          <p:cNvSpPr txBox="1">
            <a:spLocks noGrp="1"/>
          </p:cNvSpPr>
          <p:nvPr>
            <p:ph type="title" hasCustomPrompt="1"/>
          </p:nvPr>
        </p:nvSpPr>
        <p:spPr>
          <a:xfrm>
            <a:off x="2223600" y="615701"/>
            <a:ext cx="4696800" cy="637500"/>
          </a:xfrm>
          <a:prstGeom prst="rect">
            <a:avLst/>
          </a:prstGeom>
          <a:noFill/>
        </p:spPr>
        <p:txBody>
          <a:bodyPr spcFirstLastPara="1" wrap="square" lIns="91425" tIns="91425" rIns="91425" bIns="91425" anchor="b" anchorCtr="0">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1341" name="Google Shape;1341;p98"/>
          <p:cNvSpPr txBox="1">
            <a:spLocks noGrp="1"/>
          </p:cNvSpPr>
          <p:nvPr>
            <p:ph type="subTitle" idx="1"/>
          </p:nvPr>
        </p:nvSpPr>
        <p:spPr>
          <a:xfrm>
            <a:off x="2223600" y="1097025"/>
            <a:ext cx="4696800" cy="3981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1342" name="Google Shape;1342;p98"/>
          <p:cNvSpPr txBox="1">
            <a:spLocks noGrp="1"/>
          </p:cNvSpPr>
          <p:nvPr>
            <p:ph type="title" idx="2" hasCustomPrompt="1"/>
          </p:nvPr>
        </p:nvSpPr>
        <p:spPr>
          <a:xfrm>
            <a:off x="2223600" y="2170138"/>
            <a:ext cx="4696800" cy="637500"/>
          </a:xfrm>
          <a:prstGeom prst="rect">
            <a:avLst/>
          </a:prstGeom>
          <a:noFill/>
        </p:spPr>
        <p:txBody>
          <a:bodyPr spcFirstLastPara="1" wrap="square" lIns="91425" tIns="91425" rIns="91425" bIns="91425" anchor="b" anchorCtr="0">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1343" name="Google Shape;1343;p98"/>
          <p:cNvSpPr txBox="1">
            <a:spLocks noGrp="1"/>
          </p:cNvSpPr>
          <p:nvPr>
            <p:ph type="subTitle" idx="3"/>
          </p:nvPr>
        </p:nvSpPr>
        <p:spPr>
          <a:xfrm>
            <a:off x="2223600" y="2651461"/>
            <a:ext cx="4696800" cy="3981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1344" name="Google Shape;1344;p98"/>
          <p:cNvSpPr txBox="1">
            <a:spLocks noGrp="1"/>
          </p:cNvSpPr>
          <p:nvPr>
            <p:ph type="title" idx="4" hasCustomPrompt="1"/>
          </p:nvPr>
        </p:nvSpPr>
        <p:spPr>
          <a:xfrm>
            <a:off x="2223600" y="3724574"/>
            <a:ext cx="4696800" cy="637500"/>
          </a:xfrm>
          <a:prstGeom prst="rect">
            <a:avLst/>
          </a:prstGeom>
          <a:noFill/>
        </p:spPr>
        <p:txBody>
          <a:bodyPr spcFirstLastPara="1" wrap="square" lIns="91425" tIns="91425" rIns="91425" bIns="91425" anchor="b" anchorCtr="0">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1345" name="Google Shape;1345;p98"/>
          <p:cNvSpPr txBox="1">
            <a:spLocks noGrp="1"/>
          </p:cNvSpPr>
          <p:nvPr>
            <p:ph type="subTitle" idx="5"/>
          </p:nvPr>
        </p:nvSpPr>
        <p:spPr>
          <a:xfrm>
            <a:off x="2223600" y="4205896"/>
            <a:ext cx="4696800" cy="3981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endParaRPr/>
          </a:p>
        </p:txBody>
      </p:sp>
      <p:grpSp>
        <p:nvGrpSpPr>
          <p:cNvPr id="1346" name="Google Shape;1346;p98"/>
          <p:cNvGrpSpPr/>
          <p:nvPr/>
        </p:nvGrpSpPr>
        <p:grpSpPr>
          <a:xfrm>
            <a:off x="-601700" y="0"/>
            <a:ext cx="10705100" cy="4676150"/>
            <a:chOff x="-601700" y="0"/>
            <a:chExt cx="10705100" cy="4676150"/>
          </a:xfrm>
        </p:grpSpPr>
        <p:sp>
          <p:nvSpPr>
            <p:cNvPr id="1347" name="Google Shape;1347;p98"/>
            <p:cNvSpPr/>
            <p:nvPr/>
          </p:nvSpPr>
          <p:spPr>
            <a:xfrm rot="-5400000">
              <a:off x="8206500" y="2779250"/>
              <a:ext cx="1896900" cy="1896900"/>
            </a:xfrm>
            <a:prstGeom prst="blockArc">
              <a:avLst>
                <a:gd name="adj1" fmla="val 10800000"/>
                <a:gd name="adj2" fmla="val 21596677"/>
                <a:gd name="adj3" fmla="val 11819"/>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1348" name="Google Shape;1348;p98"/>
            <p:cNvGrpSpPr/>
            <p:nvPr/>
          </p:nvGrpSpPr>
          <p:grpSpPr>
            <a:xfrm rot="5400000">
              <a:off x="-2006450" y="1404750"/>
              <a:ext cx="4014600" cy="1205100"/>
              <a:chOff x="150" y="4543750"/>
              <a:chExt cx="4014600" cy="1205100"/>
            </a:xfrm>
          </p:grpSpPr>
          <p:sp>
            <p:nvSpPr>
              <p:cNvPr id="1349" name="Google Shape;1349;p98"/>
              <p:cNvSpPr/>
              <p:nvPr/>
            </p:nvSpPr>
            <p:spPr>
              <a:xfrm rot="5400000">
                <a:off x="1622250" y="3110125"/>
                <a:ext cx="7704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350" name="Google Shape;1350;p98"/>
              <p:cNvSpPr/>
              <p:nvPr/>
            </p:nvSpPr>
            <p:spPr>
              <a:xfrm>
                <a:off x="2283875" y="4543750"/>
                <a:ext cx="1205100" cy="1205100"/>
              </a:xfrm>
              <a:prstGeom prst="blockArc">
                <a:avLst>
                  <a:gd name="adj1" fmla="val 10800000"/>
                  <a:gd name="adj2" fmla="val 93824"/>
                  <a:gd name="adj3" fmla="val 19896"/>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grpSp>
        <p:nvGrpSpPr>
          <p:cNvPr id="1351" name="Google Shape;1351;p98"/>
          <p:cNvGrpSpPr/>
          <p:nvPr/>
        </p:nvGrpSpPr>
        <p:grpSpPr>
          <a:xfrm>
            <a:off x="8206512" y="4230524"/>
            <a:ext cx="848365" cy="950159"/>
            <a:chOff x="41662" y="277999"/>
            <a:chExt cx="848365" cy="950159"/>
          </a:xfrm>
        </p:grpSpPr>
        <p:pic>
          <p:nvPicPr>
            <p:cNvPr id="1352" name="Google Shape;1352;p98"/>
            <p:cNvPicPr preferRelativeResize="0"/>
            <p:nvPr/>
          </p:nvPicPr>
          <p:blipFill>
            <a:blip r:embed="rId3">
              <a:alphaModFix/>
            </a:blip>
            <a:stretch>
              <a:fillRect/>
            </a:stretch>
          </p:blipFill>
          <p:spPr>
            <a:xfrm rot="-1083129" flipH="1">
              <a:off x="101303" y="652430"/>
              <a:ext cx="646323" cy="487587"/>
            </a:xfrm>
            <a:prstGeom prst="rect">
              <a:avLst/>
            </a:prstGeom>
            <a:noFill/>
            <a:ln>
              <a:noFill/>
            </a:ln>
            <a:effectLst>
              <a:outerShdw blurRad="57150" dist="19050" dir="5400000" algn="bl" rotWithShape="0">
                <a:schemeClr val="dk1">
                  <a:alpha val="50000"/>
                </a:schemeClr>
              </a:outerShdw>
            </a:effectLst>
          </p:spPr>
        </p:pic>
        <p:pic>
          <p:nvPicPr>
            <p:cNvPr id="1353" name="Google Shape;1353;p98"/>
            <p:cNvPicPr preferRelativeResize="0"/>
            <p:nvPr/>
          </p:nvPicPr>
          <p:blipFill>
            <a:blip r:embed="rId3">
              <a:alphaModFix/>
            </a:blip>
            <a:stretch>
              <a:fillRect/>
            </a:stretch>
          </p:blipFill>
          <p:spPr>
            <a:xfrm rot="-5826171" flipH="1">
              <a:off x="570466" y="412512"/>
              <a:ext cx="341359" cy="257531"/>
            </a:xfrm>
            <a:prstGeom prst="rect">
              <a:avLst/>
            </a:prstGeom>
            <a:noFill/>
            <a:ln>
              <a:noFill/>
            </a:ln>
            <a:effectLst>
              <a:outerShdw blurRad="57150" dist="19050" dir="5400000" algn="bl" rotWithShape="0">
                <a:schemeClr val="dk1">
                  <a:alpha val="50000"/>
                </a:schemeClr>
              </a:outerShdw>
            </a:effectLst>
          </p:spPr>
        </p:pic>
        <p:pic>
          <p:nvPicPr>
            <p:cNvPr id="1354" name="Google Shape;1354;p98"/>
            <p:cNvPicPr preferRelativeResize="0"/>
            <p:nvPr/>
          </p:nvPicPr>
          <p:blipFill>
            <a:blip r:embed="rId4">
              <a:alphaModFix/>
            </a:blip>
            <a:stretch>
              <a:fillRect/>
            </a:stretch>
          </p:blipFill>
          <p:spPr>
            <a:xfrm rot="-8300824" flipH="1">
              <a:off x="200914" y="402080"/>
              <a:ext cx="447091" cy="193739"/>
            </a:xfrm>
            <a:prstGeom prst="rect">
              <a:avLst/>
            </a:prstGeom>
            <a:noFill/>
            <a:ln>
              <a:noFill/>
            </a:ln>
            <a:effectLst>
              <a:outerShdw blurRad="57150" dist="19050" dir="5400000" algn="bl" rotWithShape="0">
                <a:schemeClr val="dk1">
                  <a:alpha val="50000"/>
                </a:schemeClr>
              </a:outerShdw>
            </a:effectLst>
          </p:spPr>
        </p:pic>
      </p:grpSp>
      <p:sp>
        <p:nvSpPr>
          <p:cNvPr id="1355" name="Google Shape;1355;p9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1356"/>
        <p:cNvGrpSpPr/>
        <p:nvPr/>
      </p:nvGrpSpPr>
      <p:grpSpPr>
        <a:xfrm>
          <a:off x="0" y="0"/>
          <a:ext cx="0" cy="0"/>
          <a:chOff x="0" y="0"/>
          <a:chExt cx="0" cy="0"/>
        </a:xfrm>
      </p:grpSpPr>
      <p:pic>
        <p:nvPicPr>
          <p:cNvPr id="1357" name="Google Shape;1357;p99"/>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1358" name="Google Shape;1358;p99"/>
          <p:cNvGrpSpPr/>
          <p:nvPr/>
        </p:nvGrpSpPr>
        <p:grpSpPr>
          <a:xfrm>
            <a:off x="-962824" y="-872075"/>
            <a:ext cx="10524450" cy="6436800"/>
            <a:chOff x="-962824" y="-872075"/>
            <a:chExt cx="10524450" cy="6436800"/>
          </a:xfrm>
        </p:grpSpPr>
        <p:sp>
          <p:nvSpPr>
            <p:cNvPr id="1359" name="Google Shape;1359;p99"/>
            <p:cNvSpPr/>
            <p:nvPr/>
          </p:nvSpPr>
          <p:spPr>
            <a:xfrm rot="10800000" flipH="1">
              <a:off x="8644826" y="0"/>
              <a:ext cx="916800" cy="2325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1360" name="Google Shape;1360;p99"/>
            <p:cNvGrpSpPr/>
            <p:nvPr/>
          </p:nvGrpSpPr>
          <p:grpSpPr>
            <a:xfrm flipH="1">
              <a:off x="502351" y="-872075"/>
              <a:ext cx="2489300" cy="1740000"/>
              <a:chOff x="6148925" y="-872075"/>
              <a:chExt cx="2489300" cy="1740000"/>
            </a:xfrm>
          </p:grpSpPr>
          <p:sp>
            <p:nvSpPr>
              <p:cNvPr id="1361" name="Google Shape;1361;p99"/>
              <p:cNvSpPr/>
              <p:nvPr/>
            </p:nvSpPr>
            <p:spPr>
              <a:xfrm>
                <a:off x="6898225" y="-872075"/>
                <a:ext cx="1740000" cy="1740000"/>
              </a:xfrm>
              <a:prstGeom prst="pie">
                <a:avLst>
                  <a:gd name="adj1" fmla="val 0"/>
                  <a:gd name="adj2" fmla="val 1080014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362" name="Google Shape;1362;p99"/>
              <p:cNvSpPr/>
              <p:nvPr/>
            </p:nvSpPr>
            <p:spPr>
              <a:xfrm rot="10800000">
                <a:off x="6148925" y="-604625"/>
                <a:ext cx="1205100" cy="1205100"/>
              </a:xfrm>
              <a:prstGeom prst="blockArc">
                <a:avLst>
                  <a:gd name="adj1" fmla="val 10800000"/>
                  <a:gd name="adj2" fmla="val 108721"/>
                  <a:gd name="adj3" fmla="val 22117"/>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1363" name="Google Shape;1363;p99"/>
            <p:cNvSpPr/>
            <p:nvPr/>
          </p:nvSpPr>
          <p:spPr>
            <a:xfrm rot="-5400000" flipH="1">
              <a:off x="6716876" y="3141175"/>
              <a:ext cx="8325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364" name="Google Shape;1364;p99"/>
            <p:cNvSpPr/>
            <p:nvPr/>
          </p:nvSpPr>
          <p:spPr>
            <a:xfrm rot="5400000" flipH="1">
              <a:off x="-962824" y="2779250"/>
              <a:ext cx="1896900" cy="1896900"/>
            </a:xfrm>
            <a:prstGeom prst="blockArc">
              <a:avLst>
                <a:gd name="adj1" fmla="val 10800000"/>
                <a:gd name="adj2" fmla="val 21539247"/>
                <a:gd name="adj3" fmla="val 17334"/>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1365" name="Google Shape;1365;p99"/>
          <p:cNvGrpSpPr/>
          <p:nvPr/>
        </p:nvGrpSpPr>
        <p:grpSpPr>
          <a:xfrm>
            <a:off x="-962825" y="81904"/>
            <a:ext cx="10251619" cy="5069347"/>
            <a:chOff x="-962825" y="81904"/>
            <a:chExt cx="10251619" cy="5069347"/>
          </a:xfrm>
        </p:grpSpPr>
        <p:pic>
          <p:nvPicPr>
            <p:cNvPr id="1366" name="Google Shape;1366;p99"/>
            <p:cNvPicPr preferRelativeResize="0"/>
            <p:nvPr/>
          </p:nvPicPr>
          <p:blipFill>
            <a:blip r:embed="rId3">
              <a:alphaModFix/>
            </a:blip>
            <a:stretch>
              <a:fillRect/>
            </a:stretch>
          </p:blipFill>
          <p:spPr>
            <a:xfrm flipH="1">
              <a:off x="-962825" y="867925"/>
              <a:ext cx="2206501" cy="4283325"/>
            </a:xfrm>
            <a:prstGeom prst="rect">
              <a:avLst/>
            </a:prstGeom>
            <a:noFill/>
            <a:ln>
              <a:noFill/>
            </a:ln>
            <a:effectLst>
              <a:outerShdw blurRad="57150" dist="47625" dir="5400000" algn="bl" rotWithShape="0">
                <a:schemeClr val="dk1">
                  <a:alpha val="37000"/>
                </a:schemeClr>
              </a:outerShdw>
            </a:effectLst>
          </p:spPr>
        </p:pic>
        <p:grpSp>
          <p:nvGrpSpPr>
            <p:cNvPr id="1367" name="Google Shape;1367;p99"/>
            <p:cNvGrpSpPr/>
            <p:nvPr/>
          </p:nvGrpSpPr>
          <p:grpSpPr>
            <a:xfrm flipH="1">
              <a:off x="7678302" y="4401391"/>
              <a:ext cx="1102438" cy="577167"/>
              <a:chOff x="359837" y="4401391"/>
              <a:chExt cx="1102438" cy="577167"/>
            </a:xfrm>
          </p:grpSpPr>
          <p:pic>
            <p:nvPicPr>
              <p:cNvPr id="1368" name="Google Shape;1368;p99"/>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1369" name="Google Shape;1369;p99"/>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nvGrpSpPr>
            <p:cNvPr id="1370" name="Google Shape;1370;p99"/>
            <p:cNvGrpSpPr/>
            <p:nvPr/>
          </p:nvGrpSpPr>
          <p:grpSpPr>
            <a:xfrm flipH="1">
              <a:off x="8100369" y="81904"/>
              <a:ext cx="1188426" cy="1227668"/>
              <a:chOff x="-7843" y="83454"/>
              <a:chExt cx="1188426" cy="1227668"/>
            </a:xfrm>
          </p:grpSpPr>
          <p:pic>
            <p:nvPicPr>
              <p:cNvPr id="1371" name="Google Shape;1371;p99"/>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dist="19050" dir="5400000" algn="bl" rotWithShape="0">
                  <a:schemeClr val="dk1">
                    <a:alpha val="67000"/>
                  </a:schemeClr>
                </a:outerShdw>
              </a:effectLst>
            </p:spPr>
          </p:pic>
          <p:pic>
            <p:nvPicPr>
              <p:cNvPr id="1372" name="Google Shape;1372;p99"/>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dist="19050" dir="5400000" algn="bl" rotWithShape="0">
                  <a:schemeClr val="dk1">
                    <a:alpha val="67000"/>
                  </a:schemeClr>
                </a:outerShdw>
              </a:effectLst>
            </p:spPr>
          </p:pic>
          <p:pic>
            <p:nvPicPr>
              <p:cNvPr id="1373" name="Google Shape;1373;p99"/>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dist="19050" dir="5400000" algn="bl" rotWithShape="0">
                  <a:schemeClr val="dk1">
                    <a:alpha val="67000"/>
                  </a:schemeClr>
                </a:outerShdw>
              </a:effectLst>
            </p:spPr>
          </p:pic>
        </p:grpSp>
      </p:grpSp>
      <p:sp>
        <p:nvSpPr>
          <p:cNvPr id="1374" name="Google Shape;1374;p99"/>
          <p:cNvSpPr txBox="1">
            <a:spLocks noGrp="1"/>
          </p:cNvSpPr>
          <p:nvPr>
            <p:ph type="title"/>
          </p:nvPr>
        </p:nvSpPr>
        <p:spPr>
          <a:xfrm>
            <a:off x="2347938" y="829925"/>
            <a:ext cx="4448100" cy="10587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375" name="Google Shape;1375;p99"/>
          <p:cNvSpPr txBox="1">
            <a:spLocks noGrp="1"/>
          </p:cNvSpPr>
          <p:nvPr>
            <p:ph type="subTitle" idx="1"/>
          </p:nvPr>
        </p:nvSpPr>
        <p:spPr>
          <a:xfrm>
            <a:off x="2347900" y="1888625"/>
            <a:ext cx="4448100" cy="11640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376" name="Google Shape;1376;p99"/>
          <p:cNvSpPr txBox="1"/>
          <p:nvPr/>
        </p:nvSpPr>
        <p:spPr>
          <a:xfrm>
            <a:off x="2347800" y="3764350"/>
            <a:ext cx="4448100" cy="5562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000" b="1">
                <a:solidFill>
                  <a:schemeClr val="dk1"/>
                </a:solidFill>
                <a:latin typeface="Spinnaker"/>
                <a:ea typeface="Spinnaker"/>
                <a:cs typeface="Spinnaker"/>
                <a:sym typeface="Spinnaker"/>
              </a:rPr>
              <a:t>CREDITS:</a:t>
            </a:r>
            <a:r>
              <a:rPr lang="en" sz="1000">
                <a:solidFill>
                  <a:schemeClr val="dk1"/>
                </a:solidFill>
                <a:latin typeface="Spinnaker"/>
                <a:ea typeface="Spinnaker"/>
                <a:cs typeface="Spinnaker"/>
                <a:sym typeface="Spinnaker"/>
              </a:rPr>
              <a:t> This presentation template was created by </a:t>
            </a:r>
            <a:r>
              <a:rPr lang="en" sz="1000" b="1" u="sng">
                <a:solidFill>
                  <a:schemeClr val="dk1"/>
                </a:solidFill>
                <a:latin typeface="Spinnaker"/>
                <a:ea typeface="Spinnaker"/>
                <a:cs typeface="Spinnaker"/>
                <a:sym typeface="Spinnaker"/>
                <a:hlinkClick r:id="rId7">
                  <a:extLst>
                    <a:ext uri="{A12FA001-AC4F-418D-AE19-62706E023703}">
                      <ahyp:hlinkClr xmlns:ahyp="http://schemas.microsoft.com/office/drawing/2018/hyperlinkcolor" val="tx"/>
                    </a:ext>
                  </a:extLst>
                </a:hlinkClick>
              </a:rPr>
              <a:t>Slidesgo</a:t>
            </a:r>
            <a:r>
              <a:rPr lang="en" sz="1000">
                <a:solidFill>
                  <a:schemeClr val="dk1"/>
                </a:solidFill>
                <a:latin typeface="Spinnaker"/>
                <a:ea typeface="Spinnaker"/>
                <a:cs typeface="Spinnaker"/>
                <a:sym typeface="Spinnaker"/>
              </a:rPr>
              <a:t>, and includes icons by </a:t>
            </a:r>
            <a:r>
              <a:rPr lang="en" sz="1000" b="1" u="sng">
                <a:solidFill>
                  <a:schemeClr val="dk1"/>
                </a:solidFill>
                <a:latin typeface="Spinnaker"/>
                <a:ea typeface="Spinnaker"/>
                <a:cs typeface="Spinnaker"/>
                <a:sym typeface="Spinnaker"/>
                <a:hlinkClick r:id="rId8">
                  <a:extLst>
                    <a:ext uri="{A12FA001-AC4F-418D-AE19-62706E023703}">
                      <ahyp:hlinkClr xmlns:ahyp="http://schemas.microsoft.com/office/drawing/2018/hyperlinkcolor" val="tx"/>
                    </a:ext>
                  </a:extLst>
                </a:hlinkClick>
              </a:rPr>
              <a:t>Flaticon</a:t>
            </a:r>
            <a:r>
              <a:rPr lang="en" sz="1000">
                <a:solidFill>
                  <a:schemeClr val="dk1"/>
                </a:solidFill>
                <a:latin typeface="Spinnaker"/>
                <a:ea typeface="Spinnaker"/>
                <a:cs typeface="Spinnaker"/>
                <a:sym typeface="Spinnaker"/>
              </a:rPr>
              <a:t>, and infographics &amp; images by </a:t>
            </a:r>
            <a:r>
              <a:rPr lang="en" sz="1000" b="1" u="sng">
                <a:solidFill>
                  <a:schemeClr val="dk1"/>
                </a:solidFill>
                <a:latin typeface="Spinnaker"/>
                <a:ea typeface="Spinnaker"/>
                <a:cs typeface="Spinnaker"/>
                <a:sym typeface="Spinnaker"/>
                <a:hlinkClick r:id="rId9">
                  <a:extLst>
                    <a:ext uri="{A12FA001-AC4F-418D-AE19-62706E023703}">
                      <ahyp:hlinkClr xmlns:ahyp="http://schemas.microsoft.com/office/drawing/2018/hyperlinkcolor" val="tx"/>
                    </a:ext>
                  </a:extLst>
                </a:hlinkClick>
              </a:rPr>
              <a:t>Freepik</a:t>
            </a:r>
            <a:r>
              <a:rPr lang="en" sz="1000" u="sng">
                <a:solidFill>
                  <a:schemeClr val="dk1"/>
                </a:solidFill>
                <a:latin typeface="Spinnaker"/>
                <a:ea typeface="Spinnaker"/>
                <a:cs typeface="Spinnaker"/>
                <a:sym typeface="Spinnaker"/>
              </a:rPr>
              <a:t> </a:t>
            </a:r>
            <a:endParaRPr sz="1000" b="1" u="sng">
              <a:solidFill>
                <a:schemeClr val="dk1"/>
              </a:solidFill>
              <a:latin typeface="Spinnaker"/>
              <a:ea typeface="Spinnaker"/>
              <a:cs typeface="Spinnaker"/>
              <a:sym typeface="Spinnaker"/>
            </a:endParaRPr>
          </a:p>
        </p:txBody>
      </p:sp>
      <p:sp>
        <p:nvSpPr>
          <p:cNvPr id="1377" name="Google Shape;1377;p9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378"/>
        <p:cNvGrpSpPr/>
        <p:nvPr/>
      </p:nvGrpSpPr>
      <p:grpSpPr>
        <a:xfrm>
          <a:off x="0" y="0"/>
          <a:ext cx="0" cy="0"/>
          <a:chOff x="0" y="0"/>
          <a:chExt cx="0" cy="0"/>
        </a:xfrm>
      </p:grpSpPr>
      <p:pic>
        <p:nvPicPr>
          <p:cNvPr id="1379" name="Google Shape;1379;p100"/>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1380" name="Google Shape;1380;p100"/>
          <p:cNvGrpSpPr/>
          <p:nvPr/>
        </p:nvGrpSpPr>
        <p:grpSpPr>
          <a:xfrm>
            <a:off x="0" y="-613825"/>
            <a:ext cx="9564675" cy="6140950"/>
            <a:chOff x="0" y="-613825"/>
            <a:chExt cx="9564675" cy="6140950"/>
          </a:xfrm>
        </p:grpSpPr>
        <p:sp>
          <p:nvSpPr>
            <p:cNvPr id="1381" name="Google Shape;1381;p100"/>
            <p:cNvSpPr/>
            <p:nvPr/>
          </p:nvSpPr>
          <p:spPr>
            <a:xfrm rot="5400000">
              <a:off x="1593450" y="3105975"/>
              <a:ext cx="8277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382" name="Google Shape;1382;p100"/>
            <p:cNvSpPr/>
            <p:nvPr/>
          </p:nvSpPr>
          <p:spPr>
            <a:xfrm rot="10800000">
              <a:off x="8736975" y="0"/>
              <a:ext cx="827700" cy="23787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383" name="Google Shape;1383;p100"/>
            <p:cNvSpPr/>
            <p:nvPr/>
          </p:nvSpPr>
          <p:spPr>
            <a:xfrm rot="10800000">
              <a:off x="226175" y="-613825"/>
              <a:ext cx="1205100" cy="1205100"/>
            </a:xfrm>
            <a:prstGeom prst="blockArc">
              <a:avLst>
                <a:gd name="adj1" fmla="val 10800000"/>
                <a:gd name="adj2" fmla="val 21545870"/>
                <a:gd name="adj3" fmla="val 19432"/>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1384" name="Google Shape;1384;p10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385"/>
        <p:cNvGrpSpPr/>
        <p:nvPr/>
      </p:nvGrpSpPr>
      <p:grpSpPr>
        <a:xfrm>
          <a:off x="0" y="0"/>
          <a:ext cx="0" cy="0"/>
          <a:chOff x="0" y="0"/>
          <a:chExt cx="0" cy="0"/>
        </a:xfrm>
      </p:grpSpPr>
      <p:pic>
        <p:nvPicPr>
          <p:cNvPr id="1386" name="Google Shape;1386;p101"/>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1387" name="Google Shape;1387;p101"/>
          <p:cNvGrpSpPr/>
          <p:nvPr/>
        </p:nvGrpSpPr>
        <p:grpSpPr>
          <a:xfrm>
            <a:off x="-601700" y="0"/>
            <a:ext cx="10358225" cy="5143500"/>
            <a:chOff x="-601700" y="0"/>
            <a:chExt cx="10358225" cy="5143500"/>
          </a:xfrm>
        </p:grpSpPr>
        <p:grpSp>
          <p:nvGrpSpPr>
            <p:cNvPr id="1388" name="Google Shape;1388;p101"/>
            <p:cNvGrpSpPr/>
            <p:nvPr/>
          </p:nvGrpSpPr>
          <p:grpSpPr>
            <a:xfrm rot="5400000">
              <a:off x="-2006450" y="1404750"/>
              <a:ext cx="4014600" cy="1205100"/>
              <a:chOff x="150" y="4543750"/>
              <a:chExt cx="4014600" cy="1205100"/>
            </a:xfrm>
          </p:grpSpPr>
          <p:sp>
            <p:nvSpPr>
              <p:cNvPr id="1389" name="Google Shape;1389;p101"/>
              <p:cNvSpPr/>
              <p:nvPr/>
            </p:nvSpPr>
            <p:spPr>
              <a:xfrm rot="5400000">
                <a:off x="1622250" y="3110125"/>
                <a:ext cx="7704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390" name="Google Shape;1390;p101"/>
              <p:cNvSpPr/>
              <p:nvPr/>
            </p:nvSpPr>
            <p:spPr>
              <a:xfrm>
                <a:off x="2283875" y="4543750"/>
                <a:ext cx="1205100" cy="1205100"/>
              </a:xfrm>
              <a:prstGeom prst="blockArc">
                <a:avLst>
                  <a:gd name="adj1" fmla="val 10800000"/>
                  <a:gd name="adj2" fmla="val 93824"/>
                  <a:gd name="adj3" fmla="val 19896"/>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1391" name="Google Shape;1391;p101"/>
            <p:cNvGrpSpPr/>
            <p:nvPr/>
          </p:nvGrpSpPr>
          <p:grpSpPr>
            <a:xfrm rot="-5400000">
              <a:off x="7146675" y="2533650"/>
              <a:ext cx="4014600" cy="1205100"/>
              <a:chOff x="150" y="4543750"/>
              <a:chExt cx="4014600" cy="1205100"/>
            </a:xfrm>
          </p:grpSpPr>
          <p:sp>
            <p:nvSpPr>
              <p:cNvPr id="1392" name="Google Shape;1392;p101"/>
              <p:cNvSpPr/>
              <p:nvPr/>
            </p:nvSpPr>
            <p:spPr>
              <a:xfrm rot="5400000">
                <a:off x="1622250" y="3110125"/>
                <a:ext cx="770400" cy="4014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393" name="Google Shape;1393;p101"/>
              <p:cNvSpPr/>
              <p:nvPr/>
            </p:nvSpPr>
            <p:spPr>
              <a:xfrm>
                <a:off x="2283875" y="4543750"/>
                <a:ext cx="1205100" cy="1205100"/>
              </a:xfrm>
              <a:prstGeom prst="blockArc">
                <a:avLst>
                  <a:gd name="adj1" fmla="val 10800000"/>
                  <a:gd name="adj2" fmla="val 93824"/>
                  <a:gd name="adj3" fmla="val 19896"/>
                </a:avLst>
              </a:prstGeom>
              <a:solidFill>
                <a:srgbClr val="DDE799">
                  <a:alpha val="742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sp>
        <p:nvSpPr>
          <p:cNvPr id="1394" name="Google Shape;1394;p10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99"/>
        <p:cNvGrpSpPr/>
        <p:nvPr/>
      </p:nvGrpSpPr>
      <p:grpSpPr>
        <a:xfrm>
          <a:off x="0" y="0"/>
          <a:ext cx="0" cy="0"/>
          <a:chOff x="0" y="0"/>
          <a:chExt cx="0" cy="0"/>
        </a:xfrm>
      </p:grpSpPr>
      <p:pic>
        <p:nvPicPr>
          <p:cNvPr id="1400" name="Google Shape;1400;p103"/>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401" name="Google Shape;1401;p103"/>
          <p:cNvSpPr txBox="1">
            <a:spLocks noGrp="1"/>
          </p:cNvSpPr>
          <p:nvPr>
            <p:ph type="ctrTitle"/>
          </p:nvPr>
        </p:nvSpPr>
        <p:spPr>
          <a:xfrm>
            <a:off x="1670700" y="1367062"/>
            <a:ext cx="5802600" cy="2011200"/>
          </a:xfrm>
          <a:prstGeom prst="rect">
            <a:avLst/>
          </a:prstGeom>
        </p:spPr>
        <p:txBody>
          <a:bodyPr spcFirstLastPara="1" wrap="square" lIns="91425" tIns="91425" rIns="91425" bIns="91425" anchor="b" anchorCtr="0">
            <a:noAutofit/>
          </a:bodyPr>
          <a:lstStyle>
            <a:lvl1pPr lvl="0" algn="ctr">
              <a:lnSpc>
                <a:spcPct val="105000"/>
              </a:lnSpc>
              <a:spcBef>
                <a:spcPts val="0"/>
              </a:spcBef>
              <a:spcAft>
                <a:spcPts val="0"/>
              </a:spcAft>
              <a:buClr>
                <a:srgbClr val="191919"/>
              </a:buClr>
              <a:buSzPts val="4200"/>
              <a:buNone/>
              <a:defRPr sz="4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402" name="Google Shape;1402;p103"/>
          <p:cNvSpPr txBox="1">
            <a:spLocks noGrp="1"/>
          </p:cNvSpPr>
          <p:nvPr>
            <p:ph type="subTitle" idx="1"/>
          </p:nvPr>
        </p:nvSpPr>
        <p:spPr>
          <a:xfrm>
            <a:off x="1670700" y="3602688"/>
            <a:ext cx="5802600" cy="252000"/>
          </a:xfrm>
          <a:prstGeom prst="rect">
            <a:avLst/>
          </a:prstGeom>
          <a:noFill/>
          <a:ln>
            <a:noFill/>
          </a:ln>
        </p:spPr>
        <p:txBody>
          <a:bodyPr spcFirstLastPara="1" wrap="square" lIns="91425" tIns="91425" rIns="91425" bIns="91425" anchor="ctr" anchorCtr="0">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403" name="Google Shape;1403;p103"/>
          <p:cNvGrpSpPr/>
          <p:nvPr/>
        </p:nvGrpSpPr>
        <p:grpSpPr>
          <a:xfrm>
            <a:off x="-421050" y="-872075"/>
            <a:ext cx="10524450" cy="6436800"/>
            <a:chOff x="-421050" y="-872075"/>
            <a:chExt cx="10524450" cy="6436800"/>
          </a:xfrm>
        </p:grpSpPr>
        <p:sp>
          <p:nvSpPr>
            <p:cNvPr id="1404" name="Google Shape;1404;p103"/>
            <p:cNvSpPr/>
            <p:nvPr/>
          </p:nvSpPr>
          <p:spPr>
            <a:xfrm rot="10800000">
              <a:off x="-421050" y="0"/>
              <a:ext cx="916800" cy="2325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1405" name="Google Shape;1405;p103"/>
            <p:cNvGrpSpPr/>
            <p:nvPr/>
          </p:nvGrpSpPr>
          <p:grpSpPr>
            <a:xfrm>
              <a:off x="6148925" y="-872075"/>
              <a:ext cx="2489300" cy="1740000"/>
              <a:chOff x="6148925" y="-872075"/>
              <a:chExt cx="2489300" cy="1740000"/>
            </a:xfrm>
          </p:grpSpPr>
          <p:sp>
            <p:nvSpPr>
              <p:cNvPr id="1406" name="Google Shape;1406;p103"/>
              <p:cNvSpPr/>
              <p:nvPr/>
            </p:nvSpPr>
            <p:spPr>
              <a:xfrm>
                <a:off x="6898225" y="-872075"/>
                <a:ext cx="1740000" cy="1740000"/>
              </a:xfrm>
              <a:prstGeom prst="pie">
                <a:avLst>
                  <a:gd name="adj1" fmla="val 0"/>
                  <a:gd name="adj2" fmla="val 1080014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407" name="Google Shape;1407;p103"/>
              <p:cNvSpPr/>
              <p:nvPr/>
            </p:nvSpPr>
            <p:spPr>
              <a:xfrm rot="10800000">
                <a:off x="6148925" y="-604625"/>
                <a:ext cx="1205100" cy="1205100"/>
              </a:xfrm>
              <a:prstGeom prst="blockArc">
                <a:avLst>
                  <a:gd name="adj1" fmla="val 10800000"/>
                  <a:gd name="adj2" fmla="val 108721"/>
                  <a:gd name="adj3" fmla="val 22117"/>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1408" name="Google Shape;1408;p103"/>
            <p:cNvSpPr/>
            <p:nvPr/>
          </p:nvSpPr>
          <p:spPr>
            <a:xfrm rot="5400000">
              <a:off x="1591200" y="3141175"/>
              <a:ext cx="8325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409" name="Google Shape;1409;p103"/>
            <p:cNvSpPr/>
            <p:nvPr/>
          </p:nvSpPr>
          <p:spPr>
            <a:xfrm rot="-5400000">
              <a:off x="8206500" y="2779250"/>
              <a:ext cx="1896900" cy="1896900"/>
            </a:xfrm>
            <a:prstGeom prst="blockArc">
              <a:avLst>
                <a:gd name="adj1" fmla="val 10800000"/>
                <a:gd name="adj2" fmla="val 21539247"/>
                <a:gd name="adj3" fmla="val 17334"/>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1410" name="Google Shape;1410;p103"/>
          <p:cNvGrpSpPr/>
          <p:nvPr/>
        </p:nvGrpSpPr>
        <p:grpSpPr>
          <a:xfrm>
            <a:off x="-148218" y="81904"/>
            <a:ext cx="10251619" cy="5069347"/>
            <a:chOff x="-148218" y="81904"/>
            <a:chExt cx="10251619" cy="5069347"/>
          </a:xfrm>
        </p:grpSpPr>
        <p:pic>
          <p:nvPicPr>
            <p:cNvPr id="1411" name="Google Shape;1411;p103"/>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dist="47625" dir="5400000" algn="bl" rotWithShape="0">
                <a:schemeClr val="dk1">
                  <a:alpha val="37000"/>
                </a:schemeClr>
              </a:outerShdw>
            </a:effectLst>
          </p:spPr>
        </p:pic>
        <p:grpSp>
          <p:nvGrpSpPr>
            <p:cNvPr id="1412" name="Google Shape;1412;p103"/>
            <p:cNvGrpSpPr/>
            <p:nvPr/>
          </p:nvGrpSpPr>
          <p:grpSpPr>
            <a:xfrm>
              <a:off x="359837" y="4401391"/>
              <a:ext cx="1102438" cy="577167"/>
              <a:chOff x="359837" y="4401391"/>
              <a:chExt cx="1102438" cy="577167"/>
            </a:xfrm>
          </p:grpSpPr>
          <p:pic>
            <p:nvPicPr>
              <p:cNvPr id="1413" name="Google Shape;1413;p103"/>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1414" name="Google Shape;1414;p103"/>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nvGrpSpPr>
            <p:cNvPr id="1415" name="Google Shape;1415;p103"/>
            <p:cNvGrpSpPr/>
            <p:nvPr/>
          </p:nvGrpSpPr>
          <p:grpSpPr>
            <a:xfrm>
              <a:off x="-148218" y="81904"/>
              <a:ext cx="1188426" cy="1227668"/>
              <a:chOff x="-7843" y="83454"/>
              <a:chExt cx="1188426" cy="1227668"/>
            </a:xfrm>
          </p:grpSpPr>
          <p:pic>
            <p:nvPicPr>
              <p:cNvPr id="1416" name="Google Shape;1416;p103"/>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dist="19050" dir="5400000" algn="bl" rotWithShape="0">
                  <a:schemeClr val="dk1">
                    <a:alpha val="67000"/>
                  </a:schemeClr>
                </a:outerShdw>
              </a:effectLst>
            </p:spPr>
          </p:pic>
          <p:pic>
            <p:nvPicPr>
              <p:cNvPr id="1417" name="Google Shape;1417;p103"/>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dist="19050" dir="5400000" algn="bl" rotWithShape="0">
                  <a:schemeClr val="dk1">
                    <a:alpha val="67000"/>
                  </a:schemeClr>
                </a:outerShdw>
              </a:effectLst>
            </p:spPr>
          </p:pic>
          <p:pic>
            <p:nvPicPr>
              <p:cNvPr id="1418" name="Google Shape;1418;p103"/>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dist="19050" dir="5400000" algn="bl" rotWithShape="0">
                  <a:schemeClr val="dk1">
                    <a:alpha val="67000"/>
                  </a:schemeClr>
                </a:outerShdw>
              </a:effectLst>
            </p:spPr>
          </p:pic>
        </p:grpSp>
      </p:grpSp>
      <p:sp>
        <p:nvSpPr>
          <p:cNvPr id="1419" name="Google Shape;1419;p10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20"/>
        <p:cNvGrpSpPr/>
        <p:nvPr/>
      </p:nvGrpSpPr>
      <p:grpSpPr>
        <a:xfrm>
          <a:off x="0" y="0"/>
          <a:ext cx="0" cy="0"/>
          <a:chOff x="0" y="0"/>
          <a:chExt cx="0" cy="0"/>
        </a:xfrm>
      </p:grpSpPr>
      <p:pic>
        <p:nvPicPr>
          <p:cNvPr id="1421" name="Google Shape;1421;p104"/>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422" name="Google Shape;1422;p104"/>
          <p:cNvSpPr txBox="1">
            <a:spLocks noGrp="1"/>
          </p:cNvSpPr>
          <p:nvPr>
            <p:ph type="title"/>
          </p:nvPr>
        </p:nvSpPr>
        <p:spPr>
          <a:xfrm>
            <a:off x="1564350" y="2292350"/>
            <a:ext cx="6015300" cy="811200"/>
          </a:xfrm>
          <a:prstGeom prst="rect">
            <a:avLst/>
          </a:prstGeom>
        </p:spPr>
        <p:txBody>
          <a:bodyPr spcFirstLastPara="1" wrap="square" lIns="91425" tIns="91425" rIns="91425" bIns="91425" anchor="t" anchorCtr="0">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423" name="Google Shape;1423;p104"/>
          <p:cNvSpPr txBox="1">
            <a:spLocks noGrp="1"/>
          </p:cNvSpPr>
          <p:nvPr>
            <p:ph type="title" idx="2" hasCustomPrompt="1"/>
          </p:nvPr>
        </p:nvSpPr>
        <p:spPr>
          <a:xfrm>
            <a:off x="3838800" y="1130300"/>
            <a:ext cx="1466400" cy="811200"/>
          </a:xfrm>
          <a:prstGeom prst="rect">
            <a:avLst/>
          </a:prstGeom>
          <a:solidFill>
            <a:schemeClr val="dk2"/>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a:spcBef>
                <a:spcPts val="0"/>
              </a:spcBef>
              <a:spcAft>
                <a:spcPts val="0"/>
              </a:spcAft>
              <a:buSzPts val="5000"/>
              <a:buNone/>
              <a:defRPr sz="5000"/>
            </a:lvl1pPr>
            <a:lvl2pPr lvl="1" algn="ctr">
              <a:spcBef>
                <a:spcPts val="0"/>
              </a:spcBef>
              <a:spcAft>
                <a:spcPts val="0"/>
              </a:spcAft>
              <a:buClr>
                <a:schemeClr val="lt1"/>
              </a:buClr>
              <a:buSzPts val="5000"/>
              <a:buNone/>
              <a:defRPr sz="5000">
                <a:solidFill>
                  <a:schemeClr val="lt1"/>
                </a:solidFill>
              </a:defRPr>
            </a:lvl2pPr>
            <a:lvl3pPr lvl="2" algn="ctr">
              <a:spcBef>
                <a:spcPts val="0"/>
              </a:spcBef>
              <a:spcAft>
                <a:spcPts val="0"/>
              </a:spcAft>
              <a:buClr>
                <a:schemeClr val="lt1"/>
              </a:buClr>
              <a:buSzPts val="5000"/>
              <a:buNone/>
              <a:defRPr sz="5000">
                <a:solidFill>
                  <a:schemeClr val="lt1"/>
                </a:solidFill>
              </a:defRPr>
            </a:lvl3pPr>
            <a:lvl4pPr lvl="3" algn="ctr">
              <a:spcBef>
                <a:spcPts val="0"/>
              </a:spcBef>
              <a:spcAft>
                <a:spcPts val="0"/>
              </a:spcAft>
              <a:buClr>
                <a:schemeClr val="lt1"/>
              </a:buClr>
              <a:buSzPts val="5000"/>
              <a:buNone/>
              <a:defRPr sz="5000">
                <a:solidFill>
                  <a:schemeClr val="lt1"/>
                </a:solidFill>
              </a:defRPr>
            </a:lvl4pPr>
            <a:lvl5pPr lvl="4" algn="ctr">
              <a:spcBef>
                <a:spcPts val="0"/>
              </a:spcBef>
              <a:spcAft>
                <a:spcPts val="0"/>
              </a:spcAft>
              <a:buClr>
                <a:schemeClr val="lt1"/>
              </a:buClr>
              <a:buSzPts val="5000"/>
              <a:buNone/>
              <a:defRPr sz="5000">
                <a:solidFill>
                  <a:schemeClr val="lt1"/>
                </a:solidFill>
              </a:defRPr>
            </a:lvl5pPr>
            <a:lvl6pPr lvl="5" algn="ctr">
              <a:spcBef>
                <a:spcPts val="0"/>
              </a:spcBef>
              <a:spcAft>
                <a:spcPts val="0"/>
              </a:spcAft>
              <a:buClr>
                <a:schemeClr val="lt1"/>
              </a:buClr>
              <a:buSzPts val="5000"/>
              <a:buNone/>
              <a:defRPr sz="5000">
                <a:solidFill>
                  <a:schemeClr val="lt1"/>
                </a:solidFill>
              </a:defRPr>
            </a:lvl6pPr>
            <a:lvl7pPr lvl="6" algn="ctr">
              <a:spcBef>
                <a:spcPts val="0"/>
              </a:spcBef>
              <a:spcAft>
                <a:spcPts val="0"/>
              </a:spcAft>
              <a:buClr>
                <a:schemeClr val="lt1"/>
              </a:buClr>
              <a:buSzPts val="5000"/>
              <a:buNone/>
              <a:defRPr sz="5000">
                <a:solidFill>
                  <a:schemeClr val="lt1"/>
                </a:solidFill>
              </a:defRPr>
            </a:lvl7pPr>
            <a:lvl8pPr lvl="7" algn="ctr">
              <a:spcBef>
                <a:spcPts val="0"/>
              </a:spcBef>
              <a:spcAft>
                <a:spcPts val="0"/>
              </a:spcAft>
              <a:buClr>
                <a:schemeClr val="lt1"/>
              </a:buClr>
              <a:buSzPts val="5000"/>
              <a:buNone/>
              <a:defRPr sz="5000">
                <a:solidFill>
                  <a:schemeClr val="lt1"/>
                </a:solidFill>
              </a:defRPr>
            </a:lvl8pPr>
            <a:lvl9pPr lvl="8" algn="ctr">
              <a:spcBef>
                <a:spcPts val="0"/>
              </a:spcBef>
              <a:spcAft>
                <a:spcPts val="0"/>
              </a:spcAft>
              <a:buClr>
                <a:schemeClr val="lt1"/>
              </a:buClr>
              <a:buSzPts val="5000"/>
              <a:buNone/>
              <a:defRPr sz="5000">
                <a:solidFill>
                  <a:schemeClr val="lt1"/>
                </a:solidFill>
              </a:defRPr>
            </a:lvl9pPr>
          </a:lstStyle>
          <a:p>
            <a:r>
              <a:t>xx%</a:t>
            </a:r>
          </a:p>
        </p:txBody>
      </p:sp>
      <p:sp>
        <p:nvSpPr>
          <p:cNvPr id="1424" name="Google Shape;1424;p104"/>
          <p:cNvSpPr txBox="1">
            <a:spLocks noGrp="1"/>
          </p:cNvSpPr>
          <p:nvPr>
            <p:ph type="subTitle" idx="1"/>
          </p:nvPr>
        </p:nvSpPr>
        <p:spPr>
          <a:xfrm>
            <a:off x="1564350" y="3303575"/>
            <a:ext cx="6015300" cy="3750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1425" name="Google Shape;1425;p104"/>
          <p:cNvGrpSpPr/>
          <p:nvPr/>
        </p:nvGrpSpPr>
        <p:grpSpPr>
          <a:xfrm>
            <a:off x="8206512" y="4230524"/>
            <a:ext cx="848365" cy="950159"/>
            <a:chOff x="41662" y="277999"/>
            <a:chExt cx="848365" cy="950159"/>
          </a:xfrm>
        </p:grpSpPr>
        <p:pic>
          <p:nvPicPr>
            <p:cNvPr id="1426" name="Google Shape;1426;p104"/>
            <p:cNvPicPr preferRelativeResize="0"/>
            <p:nvPr/>
          </p:nvPicPr>
          <p:blipFill>
            <a:blip r:embed="rId3">
              <a:alphaModFix/>
            </a:blip>
            <a:stretch>
              <a:fillRect/>
            </a:stretch>
          </p:blipFill>
          <p:spPr>
            <a:xfrm rot="-1083129" flipH="1">
              <a:off x="101303" y="652430"/>
              <a:ext cx="646323" cy="487587"/>
            </a:xfrm>
            <a:prstGeom prst="rect">
              <a:avLst/>
            </a:prstGeom>
            <a:noFill/>
            <a:ln>
              <a:noFill/>
            </a:ln>
            <a:effectLst>
              <a:outerShdw blurRad="57150" dist="19050" dir="5400000" algn="bl" rotWithShape="0">
                <a:schemeClr val="dk1">
                  <a:alpha val="50000"/>
                </a:schemeClr>
              </a:outerShdw>
            </a:effectLst>
          </p:spPr>
        </p:pic>
        <p:pic>
          <p:nvPicPr>
            <p:cNvPr id="1427" name="Google Shape;1427;p104"/>
            <p:cNvPicPr preferRelativeResize="0"/>
            <p:nvPr/>
          </p:nvPicPr>
          <p:blipFill>
            <a:blip r:embed="rId3">
              <a:alphaModFix/>
            </a:blip>
            <a:stretch>
              <a:fillRect/>
            </a:stretch>
          </p:blipFill>
          <p:spPr>
            <a:xfrm rot="-5826171" flipH="1">
              <a:off x="570466" y="412512"/>
              <a:ext cx="341359" cy="257531"/>
            </a:xfrm>
            <a:prstGeom prst="rect">
              <a:avLst/>
            </a:prstGeom>
            <a:noFill/>
            <a:ln>
              <a:noFill/>
            </a:ln>
            <a:effectLst>
              <a:outerShdw blurRad="57150" dist="19050" dir="5400000" algn="bl" rotWithShape="0">
                <a:schemeClr val="dk1">
                  <a:alpha val="50000"/>
                </a:schemeClr>
              </a:outerShdw>
            </a:effectLst>
          </p:spPr>
        </p:pic>
        <p:pic>
          <p:nvPicPr>
            <p:cNvPr id="1428" name="Google Shape;1428;p104"/>
            <p:cNvPicPr preferRelativeResize="0"/>
            <p:nvPr/>
          </p:nvPicPr>
          <p:blipFill>
            <a:blip r:embed="rId4">
              <a:alphaModFix/>
            </a:blip>
            <a:stretch>
              <a:fillRect/>
            </a:stretch>
          </p:blipFill>
          <p:spPr>
            <a:xfrm rot="-8300824" flipH="1">
              <a:off x="200914" y="402080"/>
              <a:ext cx="447091" cy="193739"/>
            </a:xfrm>
            <a:prstGeom prst="rect">
              <a:avLst/>
            </a:prstGeom>
            <a:noFill/>
            <a:ln>
              <a:noFill/>
            </a:ln>
            <a:effectLst>
              <a:outerShdw blurRad="57150" dist="19050" dir="5400000" algn="bl" rotWithShape="0">
                <a:schemeClr val="dk1">
                  <a:alpha val="50000"/>
                </a:schemeClr>
              </a:outerShdw>
            </a:effectLst>
          </p:spPr>
        </p:pic>
      </p:grpSp>
      <p:pic>
        <p:nvPicPr>
          <p:cNvPr id="1429" name="Google Shape;1429;p104"/>
          <p:cNvPicPr preferRelativeResize="0"/>
          <p:nvPr/>
        </p:nvPicPr>
        <p:blipFill>
          <a:blip r:embed="rId5">
            <a:alphaModFix/>
          </a:blip>
          <a:stretch>
            <a:fillRect/>
          </a:stretch>
        </p:blipFill>
        <p:spPr>
          <a:xfrm>
            <a:off x="-63488" y="2838714"/>
            <a:ext cx="1292850" cy="2334673"/>
          </a:xfrm>
          <a:prstGeom prst="rect">
            <a:avLst/>
          </a:prstGeom>
          <a:noFill/>
          <a:ln>
            <a:noFill/>
          </a:ln>
          <a:effectLst>
            <a:outerShdw blurRad="57150" dist="19050" dir="5400000" algn="bl" rotWithShape="0">
              <a:schemeClr val="dk1">
                <a:alpha val="50000"/>
              </a:schemeClr>
            </a:outerShdw>
          </a:effectLst>
        </p:spPr>
      </p:pic>
      <p:grpSp>
        <p:nvGrpSpPr>
          <p:cNvPr id="1430" name="Google Shape;1430;p104"/>
          <p:cNvGrpSpPr/>
          <p:nvPr/>
        </p:nvGrpSpPr>
        <p:grpSpPr>
          <a:xfrm>
            <a:off x="-601700" y="-872075"/>
            <a:ext cx="10705100" cy="5548225"/>
            <a:chOff x="-601700" y="-872075"/>
            <a:chExt cx="10705100" cy="5548225"/>
          </a:xfrm>
        </p:grpSpPr>
        <p:sp>
          <p:nvSpPr>
            <p:cNvPr id="1431" name="Google Shape;1431;p104"/>
            <p:cNvSpPr/>
            <p:nvPr/>
          </p:nvSpPr>
          <p:spPr>
            <a:xfrm rot="-5400000">
              <a:off x="8206500" y="2779250"/>
              <a:ext cx="1896900" cy="1896900"/>
            </a:xfrm>
            <a:prstGeom prst="blockArc">
              <a:avLst>
                <a:gd name="adj1" fmla="val 10800000"/>
                <a:gd name="adj2" fmla="val 21596677"/>
                <a:gd name="adj3" fmla="val 11819"/>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1432" name="Google Shape;1432;p104"/>
            <p:cNvGrpSpPr/>
            <p:nvPr/>
          </p:nvGrpSpPr>
          <p:grpSpPr>
            <a:xfrm rot="5400000">
              <a:off x="-2006450" y="1404750"/>
              <a:ext cx="4014600" cy="1205100"/>
              <a:chOff x="150" y="4543750"/>
              <a:chExt cx="4014600" cy="1205100"/>
            </a:xfrm>
          </p:grpSpPr>
          <p:sp>
            <p:nvSpPr>
              <p:cNvPr id="1433" name="Google Shape;1433;p104"/>
              <p:cNvSpPr/>
              <p:nvPr/>
            </p:nvSpPr>
            <p:spPr>
              <a:xfrm rot="5400000">
                <a:off x="1622250" y="3110125"/>
                <a:ext cx="7704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434" name="Google Shape;1434;p104"/>
              <p:cNvSpPr/>
              <p:nvPr/>
            </p:nvSpPr>
            <p:spPr>
              <a:xfrm>
                <a:off x="262475" y="4543750"/>
                <a:ext cx="1205100" cy="1205100"/>
              </a:xfrm>
              <a:prstGeom prst="blockArc">
                <a:avLst>
                  <a:gd name="adj1" fmla="val 10800000"/>
                  <a:gd name="adj2" fmla="val 93824"/>
                  <a:gd name="adj3" fmla="val 19896"/>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1435" name="Google Shape;1435;p104"/>
            <p:cNvGrpSpPr/>
            <p:nvPr/>
          </p:nvGrpSpPr>
          <p:grpSpPr>
            <a:xfrm>
              <a:off x="6148925" y="-872075"/>
              <a:ext cx="2489300" cy="1740000"/>
              <a:chOff x="6148925" y="-872075"/>
              <a:chExt cx="2489300" cy="1740000"/>
            </a:xfrm>
          </p:grpSpPr>
          <p:sp>
            <p:nvSpPr>
              <p:cNvPr id="1436" name="Google Shape;1436;p104"/>
              <p:cNvSpPr/>
              <p:nvPr/>
            </p:nvSpPr>
            <p:spPr>
              <a:xfrm>
                <a:off x="6898225" y="-872075"/>
                <a:ext cx="1740000" cy="1740000"/>
              </a:xfrm>
              <a:prstGeom prst="pie">
                <a:avLst>
                  <a:gd name="adj1" fmla="val 0"/>
                  <a:gd name="adj2" fmla="val 1080014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437" name="Google Shape;1437;p104"/>
              <p:cNvSpPr/>
              <p:nvPr/>
            </p:nvSpPr>
            <p:spPr>
              <a:xfrm rot="10800000">
                <a:off x="6148925" y="-604625"/>
                <a:ext cx="1205100" cy="1205100"/>
              </a:xfrm>
              <a:prstGeom prst="blockArc">
                <a:avLst>
                  <a:gd name="adj1" fmla="val 10800000"/>
                  <a:gd name="adj2" fmla="val 108721"/>
                  <a:gd name="adj3" fmla="val 22117"/>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sp>
        <p:nvSpPr>
          <p:cNvPr id="1438" name="Google Shape;1438;p10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39"/>
        <p:cNvGrpSpPr/>
        <p:nvPr/>
      </p:nvGrpSpPr>
      <p:grpSpPr>
        <a:xfrm>
          <a:off x="0" y="0"/>
          <a:ext cx="0" cy="0"/>
          <a:chOff x="0" y="0"/>
          <a:chExt cx="0" cy="0"/>
        </a:xfrm>
      </p:grpSpPr>
      <p:pic>
        <p:nvPicPr>
          <p:cNvPr id="1440" name="Google Shape;1440;p105"/>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441" name="Google Shape;1441;p10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442" name="Google Shape;1442;p105"/>
          <p:cNvSpPr txBox="1">
            <a:spLocks noGrp="1"/>
          </p:cNvSpPr>
          <p:nvPr>
            <p:ph type="body" idx="1"/>
          </p:nvPr>
        </p:nvSpPr>
        <p:spPr>
          <a:xfrm>
            <a:off x="720000" y="1158338"/>
            <a:ext cx="7150200" cy="3185700"/>
          </a:xfrm>
          <a:prstGeom prst="rect">
            <a:avLst/>
          </a:prstGeom>
        </p:spPr>
        <p:txBody>
          <a:bodyPr spcFirstLastPara="1" wrap="square" lIns="91425" tIns="91425" rIns="91425" bIns="91425" anchor="t" anchorCtr="0">
            <a:noAutofit/>
          </a:bodyPr>
          <a:lstStyle>
            <a:lvl1pPr marL="457200" lvl="0" indent="-317500">
              <a:lnSpc>
                <a:spcPct val="115000"/>
              </a:lnSpc>
              <a:spcBef>
                <a:spcPts val="0"/>
              </a:spcBef>
              <a:spcAft>
                <a:spcPts val="0"/>
              </a:spcAft>
              <a:buSzPts val="1400"/>
              <a:buFont typeface="Nunito Light"/>
              <a:buChar char="●"/>
              <a:defRPr/>
            </a:lvl1pPr>
            <a:lvl2pPr marL="914400" lvl="1" indent="-317500">
              <a:lnSpc>
                <a:spcPct val="115000"/>
              </a:lnSpc>
              <a:spcBef>
                <a:spcPts val="0"/>
              </a:spcBef>
              <a:spcAft>
                <a:spcPts val="0"/>
              </a:spcAft>
              <a:buSzPts val="1400"/>
              <a:buFont typeface="Nunito Light"/>
              <a:buChar char="○"/>
              <a:defRPr/>
            </a:lvl2pPr>
            <a:lvl3pPr marL="1371600" lvl="2" indent="-317500">
              <a:lnSpc>
                <a:spcPct val="115000"/>
              </a:lnSpc>
              <a:spcBef>
                <a:spcPts val="0"/>
              </a:spcBef>
              <a:spcAft>
                <a:spcPts val="0"/>
              </a:spcAft>
              <a:buSzPts val="1400"/>
              <a:buFont typeface="Nunito Light"/>
              <a:buChar char="■"/>
              <a:defRPr/>
            </a:lvl3pPr>
            <a:lvl4pPr marL="1828800" lvl="3" indent="-317500">
              <a:lnSpc>
                <a:spcPct val="115000"/>
              </a:lnSpc>
              <a:spcBef>
                <a:spcPts val="0"/>
              </a:spcBef>
              <a:spcAft>
                <a:spcPts val="0"/>
              </a:spcAft>
              <a:buSzPts val="1400"/>
              <a:buFont typeface="Nunito Light"/>
              <a:buChar char="●"/>
              <a:defRPr/>
            </a:lvl4pPr>
            <a:lvl5pPr marL="2286000" lvl="4" indent="-317500">
              <a:lnSpc>
                <a:spcPct val="115000"/>
              </a:lnSpc>
              <a:spcBef>
                <a:spcPts val="0"/>
              </a:spcBef>
              <a:spcAft>
                <a:spcPts val="0"/>
              </a:spcAft>
              <a:buSzPts val="1400"/>
              <a:buFont typeface="Nunito Light"/>
              <a:buChar char="○"/>
              <a:defRPr/>
            </a:lvl5pPr>
            <a:lvl6pPr marL="2743200" lvl="5" indent="-317500">
              <a:lnSpc>
                <a:spcPct val="115000"/>
              </a:lnSpc>
              <a:spcBef>
                <a:spcPts val="0"/>
              </a:spcBef>
              <a:spcAft>
                <a:spcPts val="0"/>
              </a:spcAft>
              <a:buSzPts val="1400"/>
              <a:buFont typeface="Nunito Light"/>
              <a:buChar char="■"/>
              <a:defRPr/>
            </a:lvl6pPr>
            <a:lvl7pPr marL="3200400" lvl="6" indent="-317500">
              <a:lnSpc>
                <a:spcPct val="115000"/>
              </a:lnSpc>
              <a:spcBef>
                <a:spcPts val="0"/>
              </a:spcBef>
              <a:spcAft>
                <a:spcPts val="0"/>
              </a:spcAft>
              <a:buSzPts val="1400"/>
              <a:buFont typeface="Nunito Light"/>
              <a:buChar char="●"/>
              <a:defRPr/>
            </a:lvl7pPr>
            <a:lvl8pPr marL="3657600" lvl="7" indent="-317500">
              <a:lnSpc>
                <a:spcPct val="115000"/>
              </a:lnSpc>
              <a:spcBef>
                <a:spcPts val="0"/>
              </a:spcBef>
              <a:spcAft>
                <a:spcPts val="0"/>
              </a:spcAft>
              <a:buSzPts val="1400"/>
              <a:buFont typeface="Nunito Light"/>
              <a:buChar char="○"/>
              <a:defRPr/>
            </a:lvl8pPr>
            <a:lvl9pPr marL="4114800" lvl="8" indent="-317500">
              <a:lnSpc>
                <a:spcPct val="115000"/>
              </a:lnSpc>
              <a:spcBef>
                <a:spcPts val="0"/>
              </a:spcBef>
              <a:spcAft>
                <a:spcPts val="0"/>
              </a:spcAft>
              <a:buSzPts val="1400"/>
              <a:buFont typeface="Nunito Light"/>
              <a:buChar char="■"/>
              <a:defRPr/>
            </a:lvl9pPr>
          </a:lstStyle>
          <a:p>
            <a:endParaRPr/>
          </a:p>
        </p:txBody>
      </p:sp>
      <p:grpSp>
        <p:nvGrpSpPr>
          <p:cNvPr id="1443" name="Google Shape;1443;p105"/>
          <p:cNvGrpSpPr/>
          <p:nvPr/>
        </p:nvGrpSpPr>
        <p:grpSpPr>
          <a:xfrm>
            <a:off x="150" y="2779250"/>
            <a:ext cx="10103250" cy="2785475"/>
            <a:chOff x="150" y="2779250"/>
            <a:chExt cx="10103250" cy="2785475"/>
          </a:xfrm>
        </p:grpSpPr>
        <p:sp>
          <p:nvSpPr>
            <p:cNvPr id="1444" name="Google Shape;1444;p105"/>
            <p:cNvSpPr/>
            <p:nvPr/>
          </p:nvSpPr>
          <p:spPr>
            <a:xfrm rot="5400000">
              <a:off x="1591200" y="3141175"/>
              <a:ext cx="8325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445" name="Google Shape;1445;p105"/>
            <p:cNvSpPr/>
            <p:nvPr/>
          </p:nvSpPr>
          <p:spPr>
            <a:xfrm rot="-5400000">
              <a:off x="8206500" y="2779250"/>
              <a:ext cx="1896900" cy="1896900"/>
            </a:xfrm>
            <a:prstGeom prst="blockArc">
              <a:avLst>
                <a:gd name="adj1" fmla="val 10800000"/>
                <a:gd name="adj2" fmla="val 21539247"/>
                <a:gd name="adj3" fmla="val 17334"/>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1446" name="Google Shape;1446;p105"/>
          <p:cNvGrpSpPr/>
          <p:nvPr/>
        </p:nvGrpSpPr>
        <p:grpSpPr>
          <a:xfrm>
            <a:off x="2" y="156617"/>
            <a:ext cx="1462273" cy="4821940"/>
            <a:chOff x="2" y="156617"/>
            <a:chExt cx="1462273" cy="4821940"/>
          </a:xfrm>
        </p:grpSpPr>
        <p:grpSp>
          <p:nvGrpSpPr>
            <p:cNvPr id="1447" name="Google Shape;1447;p105"/>
            <p:cNvGrpSpPr/>
            <p:nvPr/>
          </p:nvGrpSpPr>
          <p:grpSpPr>
            <a:xfrm>
              <a:off x="2" y="156617"/>
              <a:ext cx="719987" cy="944360"/>
              <a:chOff x="2" y="156617"/>
              <a:chExt cx="719987" cy="944360"/>
            </a:xfrm>
          </p:grpSpPr>
          <p:pic>
            <p:nvPicPr>
              <p:cNvPr id="1448" name="Google Shape;1448;p105"/>
              <p:cNvPicPr preferRelativeResize="0"/>
              <p:nvPr/>
            </p:nvPicPr>
            <p:blipFill>
              <a:blip r:embed="rId3">
                <a:alphaModFix/>
              </a:blip>
              <a:stretch>
                <a:fillRect/>
              </a:stretch>
            </p:blipFill>
            <p:spPr>
              <a:xfrm rot="-1083101" flipH="1">
                <a:off x="52781" y="591511"/>
                <a:ext cx="571953" cy="431470"/>
              </a:xfrm>
              <a:prstGeom prst="rect">
                <a:avLst/>
              </a:prstGeom>
              <a:noFill/>
              <a:ln>
                <a:noFill/>
              </a:ln>
            </p:spPr>
          </p:pic>
          <p:pic>
            <p:nvPicPr>
              <p:cNvPr id="1449" name="Google Shape;1449;p105"/>
              <p:cNvPicPr preferRelativeResize="0"/>
              <p:nvPr/>
            </p:nvPicPr>
            <p:blipFill>
              <a:blip r:embed="rId4">
                <a:alphaModFix/>
              </a:blip>
              <a:stretch>
                <a:fillRect/>
              </a:stretch>
            </p:blipFill>
            <p:spPr>
              <a:xfrm rot="-7447720" flipH="1">
                <a:off x="199687" y="329411"/>
                <a:ext cx="542048" cy="234885"/>
              </a:xfrm>
              <a:prstGeom prst="rect">
                <a:avLst/>
              </a:prstGeom>
              <a:noFill/>
              <a:ln>
                <a:noFill/>
              </a:ln>
            </p:spPr>
          </p:pic>
        </p:grpSp>
        <p:grpSp>
          <p:nvGrpSpPr>
            <p:cNvPr id="1450" name="Google Shape;1450;p105"/>
            <p:cNvGrpSpPr/>
            <p:nvPr/>
          </p:nvGrpSpPr>
          <p:grpSpPr>
            <a:xfrm>
              <a:off x="359837" y="4401391"/>
              <a:ext cx="1102438" cy="577167"/>
              <a:chOff x="359837" y="4401391"/>
              <a:chExt cx="1102438" cy="577167"/>
            </a:xfrm>
          </p:grpSpPr>
          <p:pic>
            <p:nvPicPr>
              <p:cNvPr id="1451" name="Google Shape;1451;p105"/>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1452" name="Google Shape;1452;p105"/>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sp>
        <p:nvSpPr>
          <p:cNvPr id="1453" name="Google Shape;1453;p10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454"/>
        <p:cNvGrpSpPr/>
        <p:nvPr/>
      </p:nvGrpSpPr>
      <p:grpSpPr>
        <a:xfrm>
          <a:off x="0" y="0"/>
          <a:ext cx="0" cy="0"/>
          <a:chOff x="0" y="0"/>
          <a:chExt cx="0" cy="0"/>
        </a:xfrm>
      </p:grpSpPr>
      <p:pic>
        <p:nvPicPr>
          <p:cNvPr id="1455" name="Google Shape;1455;p106"/>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456" name="Google Shape;1456;p10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457" name="Google Shape;1457;p106"/>
          <p:cNvSpPr txBox="1">
            <a:spLocks noGrp="1"/>
          </p:cNvSpPr>
          <p:nvPr>
            <p:ph type="subTitle" idx="1"/>
          </p:nvPr>
        </p:nvSpPr>
        <p:spPr>
          <a:xfrm>
            <a:off x="5055285" y="3805874"/>
            <a:ext cx="26793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1400" b="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458" name="Google Shape;1458;p106"/>
          <p:cNvSpPr txBox="1">
            <a:spLocks noGrp="1"/>
          </p:cNvSpPr>
          <p:nvPr>
            <p:ph type="subTitle" idx="2"/>
          </p:nvPr>
        </p:nvSpPr>
        <p:spPr>
          <a:xfrm>
            <a:off x="1526214" y="3805874"/>
            <a:ext cx="26817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1400" b="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459" name="Google Shape;1459;p106"/>
          <p:cNvSpPr txBox="1">
            <a:spLocks noGrp="1"/>
          </p:cNvSpPr>
          <p:nvPr>
            <p:ph type="subTitle" idx="3"/>
          </p:nvPr>
        </p:nvSpPr>
        <p:spPr>
          <a:xfrm>
            <a:off x="5055275" y="3051950"/>
            <a:ext cx="2679300" cy="795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1460" name="Google Shape;1460;p106"/>
          <p:cNvSpPr txBox="1">
            <a:spLocks noGrp="1"/>
          </p:cNvSpPr>
          <p:nvPr>
            <p:ph type="subTitle" idx="4"/>
          </p:nvPr>
        </p:nvSpPr>
        <p:spPr>
          <a:xfrm>
            <a:off x="1526214" y="3051950"/>
            <a:ext cx="2681700" cy="795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grpSp>
        <p:nvGrpSpPr>
          <p:cNvPr id="1461" name="Google Shape;1461;p106"/>
          <p:cNvGrpSpPr/>
          <p:nvPr/>
        </p:nvGrpSpPr>
        <p:grpSpPr>
          <a:xfrm>
            <a:off x="150" y="2779250"/>
            <a:ext cx="10103250" cy="2785475"/>
            <a:chOff x="150" y="2779250"/>
            <a:chExt cx="10103250" cy="2785475"/>
          </a:xfrm>
        </p:grpSpPr>
        <p:sp>
          <p:nvSpPr>
            <p:cNvPr id="1462" name="Google Shape;1462;p106"/>
            <p:cNvSpPr/>
            <p:nvPr/>
          </p:nvSpPr>
          <p:spPr>
            <a:xfrm rot="5400000">
              <a:off x="1591200" y="3141175"/>
              <a:ext cx="8325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463" name="Google Shape;1463;p106"/>
            <p:cNvSpPr/>
            <p:nvPr/>
          </p:nvSpPr>
          <p:spPr>
            <a:xfrm rot="-5400000">
              <a:off x="8206500" y="2779250"/>
              <a:ext cx="1896900" cy="1896900"/>
            </a:xfrm>
            <a:prstGeom prst="blockArc">
              <a:avLst>
                <a:gd name="adj1" fmla="val 10800000"/>
                <a:gd name="adj2" fmla="val 21539247"/>
                <a:gd name="adj3" fmla="val 17334"/>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1464" name="Google Shape;1464;p106"/>
          <p:cNvGrpSpPr/>
          <p:nvPr/>
        </p:nvGrpSpPr>
        <p:grpSpPr>
          <a:xfrm>
            <a:off x="2" y="156617"/>
            <a:ext cx="10103400" cy="4994633"/>
            <a:chOff x="2" y="156617"/>
            <a:chExt cx="10103400" cy="4994633"/>
          </a:xfrm>
        </p:grpSpPr>
        <p:grpSp>
          <p:nvGrpSpPr>
            <p:cNvPr id="1465" name="Google Shape;1465;p106"/>
            <p:cNvGrpSpPr/>
            <p:nvPr/>
          </p:nvGrpSpPr>
          <p:grpSpPr>
            <a:xfrm>
              <a:off x="2" y="156617"/>
              <a:ext cx="719987" cy="944360"/>
              <a:chOff x="2" y="156617"/>
              <a:chExt cx="719987" cy="944360"/>
            </a:xfrm>
          </p:grpSpPr>
          <p:pic>
            <p:nvPicPr>
              <p:cNvPr id="1466" name="Google Shape;1466;p106"/>
              <p:cNvPicPr preferRelativeResize="0"/>
              <p:nvPr/>
            </p:nvPicPr>
            <p:blipFill>
              <a:blip r:embed="rId3">
                <a:alphaModFix/>
              </a:blip>
              <a:stretch>
                <a:fillRect/>
              </a:stretch>
            </p:blipFill>
            <p:spPr>
              <a:xfrm rot="-1083101" flipH="1">
                <a:off x="52781" y="591511"/>
                <a:ext cx="571953" cy="431470"/>
              </a:xfrm>
              <a:prstGeom prst="rect">
                <a:avLst/>
              </a:prstGeom>
              <a:noFill/>
              <a:ln>
                <a:noFill/>
              </a:ln>
            </p:spPr>
          </p:pic>
          <p:pic>
            <p:nvPicPr>
              <p:cNvPr id="1467" name="Google Shape;1467;p106"/>
              <p:cNvPicPr preferRelativeResize="0"/>
              <p:nvPr/>
            </p:nvPicPr>
            <p:blipFill>
              <a:blip r:embed="rId4">
                <a:alphaModFix/>
              </a:blip>
              <a:stretch>
                <a:fillRect/>
              </a:stretch>
            </p:blipFill>
            <p:spPr>
              <a:xfrm rot="-7447720" flipH="1">
                <a:off x="199687" y="329411"/>
                <a:ext cx="542048" cy="234885"/>
              </a:xfrm>
              <a:prstGeom prst="rect">
                <a:avLst/>
              </a:prstGeom>
              <a:noFill/>
              <a:ln>
                <a:noFill/>
              </a:ln>
            </p:spPr>
          </p:pic>
        </p:grpSp>
        <p:pic>
          <p:nvPicPr>
            <p:cNvPr id="1468" name="Google Shape;1468;p106"/>
            <p:cNvPicPr preferRelativeResize="0"/>
            <p:nvPr/>
          </p:nvPicPr>
          <p:blipFill>
            <a:blip r:embed="rId5">
              <a:alphaModFix/>
            </a:blip>
            <a:stretch>
              <a:fillRect/>
            </a:stretch>
          </p:blipFill>
          <p:spPr>
            <a:xfrm>
              <a:off x="7896901" y="867925"/>
              <a:ext cx="2206501" cy="4283325"/>
            </a:xfrm>
            <a:prstGeom prst="rect">
              <a:avLst/>
            </a:prstGeom>
            <a:noFill/>
            <a:ln>
              <a:noFill/>
            </a:ln>
            <a:effectLst>
              <a:outerShdw blurRad="57150" dist="47625" dir="5400000" algn="bl" rotWithShape="0">
                <a:schemeClr val="dk1">
                  <a:alpha val="37000"/>
                </a:schemeClr>
              </a:outerShdw>
            </a:effectLst>
          </p:spPr>
        </p:pic>
        <p:grpSp>
          <p:nvGrpSpPr>
            <p:cNvPr id="1469" name="Google Shape;1469;p106"/>
            <p:cNvGrpSpPr/>
            <p:nvPr/>
          </p:nvGrpSpPr>
          <p:grpSpPr>
            <a:xfrm>
              <a:off x="359837" y="4401391"/>
              <a:ext cx="1102438" cy="577167"/>
              <a:chOff x="359837" y="4401391"/>
              <a:chExt cx="1102438" cy="577167"/>
            </a:xfrm>
          </p:grpSpPr>
          <p:pic>
            <p:nvPicPr>
              <p:cNvPr id="1470" name="Google Shape;1470;p106"/>
              <p:cNvPicPr preferRelativeResize="0"/>
              <p:nvPr/>
            </p:nvPicPr>
            <p:blipFill>
              <a:blip r:embed="rId6">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1471" name="Google Shape;1471;p106"/>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sp>
        <p:nvSpPr>
          <p:cNvPr id="1472" name="Google Shape;1472;p10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73"/>
        <p:cNvGrpSpPr/>
        <p:nvPr/>
      </p:nvGrpSpPr>
      <p:grpSpPr>
        <a:xfrm>
          <a:off x="0" y="0"/>
          <a:ext cx="0" cy="0"/>
          <a:chOff x="0" y="0"/>
          <a:chExt cx="0" cy="0"/>
        </a:xfrm>
      </p:grpSpPr>
      <p:pic>
        <p:nvPicPr>
          <p:cNvPr id="1474" name="Google Shape;1474;p107"/>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475" name="Google Shape;1475;p10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grpSp>
        <p:nvGrpSpPr>
          <p:cNvPr id="1476" name="Google Shape;1476;p107"/>
          <p:cNvGrpSpPr/>
          <p:nvPr/>
        </p:nvGrpSpPr>
        <p:grpSpPr>
          <a:xfrm>
            <a:off x="5129400" y="4543750"/>
            <a:ext cx="4014600" cy="1205100"/>
            <a:chOff x="5129400" y="4543750"/>
            <a:chExt cx="4014600" cy="1205100"/>
          </a:xfrm>
        </p:grpSpPr>
        <p:sp>
          <p:nvSpPr>
            <p:cNvPr id="1477" name="Google Shape;1477;p107"/>
            <p:cNvSpPr/>
            <p:nvPr/>
          </p:nvSpPr>
          <p:spPr>
            <a:xfrm rot="-5400000" flipH="1">
              <a:off x="6722850" y="3138775"/>
              <a:ext cx="8277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478" name="Google Shape;1478;p107"/>
            <p:cNvSpPr/>
            <p:nvPr/>
          </p:nvSpPr>
          <p:spPr>
            <a:xfrm flipH="1">
              <a:off x="6209725" y="4543750"/>
              <a:ext cx="1205100" cy="1205100"/>
            </a:xfrm>
            <a:prstGeom prst="blockArc">
              <a:avLst>
                <a:gd name="adj1" fmla="val 10800000"/>
                <a:gd name="adj2" fmla="val 93824"/>
                <a:gd name="adj3" fmla="val 19896"/>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1479" name="Google Shape;1479;p107"/>
          <p:cNvGrpSpPr/>
          <p:nvPr/>
        </p:nvGrpSpPr>
        <p:grpSpPr>
          <a:xfrm>
            <a:off x="2" y="156617"/>
            <a:ext cx="9296400" cy="4986881"/>
            <a:chOff x="2" y="156617"/>
            <a:chExt cx="9296400" cy="4986881"/>
          </a:xfrm>
        </p:grpSpPr>
        <p:grpSp>
          <p:nvGrpSpPr>
            <p:cNvPr id="1480" name="Google Shape;1480;p107"/>
            <p:cNvGrpSpPr/>
            <p:nvPr/>
          </p:nvGrpSpPr>
          <p:grpSpPr>
            <a:xfrm>
              <a:off x="2" y="156617"/>
              <a:ext cx="719987" cy="944360"/>
              <a:chOff x="2" y="156617"/>
              <a:chExt cx="719987" cy="944360"/>
            </a:xfrm>
          </p:grpSpPr>
          <p:pic>
            <p:nvPicPr>
              <p:cNvPr id="1481" name="Google Shape;1481;p107"/>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1482" name="Google Shape;1482;p107"/>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pic>
          <p:nvPicPr>
            <p:cNvPr id="1483" name="Google Shape;1483;p107"/>
            <p:cNvPicPr preferRelativeResize="0"/>
            <p:nvPr/>
          </p:nvPicPr>
          <p:blipFill>
            <a:blip r:embed="rId5">
              <a:alphaModFix/>
            </a:blip>
            <a:stretch>
              <a:fillRect/>
            </a:stretch>
          </p:blipFill>
          <p:spPr>
            <a:xfrm>
              <a:off x="8234451" y="3225800"/>
              <a:ext cx="1061951" cy="1917698"/>
            </a:xfrm>
            <a:prstGeom prst="rect">
              <a:avLst/>
            </a:prstGeom>
            <a:noFill/>
            <a:ln>
              <a:noFill/>
            </a:ln>
            <a:effectLst>
              <a:outerShdw blurRad="57150" dist="19050" dir="5400000" algn="bl" rotWithShape="0">
                <a:schemeClr val="dk1">
                  <a:alpha val="50000"/>
                </a:schemeClr>
              </a:outerShdw>
            </a:effectLst>
          </p:spPr>
        </p:pic>
      </p:grpSp>
      <p:sp>
        <p:nvSpPr>
          <p:cNvPr id="1484" name="Google Shape;1484;p10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485"/>
        <p:cNvGrpSpPr/>
        <p:nvPr/>
      </p:nvGrpSpPr>
      <p:grpSpPr>
        <a:xfrm>
          <a:off x="0" y="0"/>
          <a:ext cx="0" cy="0"/>
          <a:chOff x="0" y="0"/>
          <a:chExt cx="0" cy="0"/>
        </a:xfrm>
      </p:grpSpPr>
      <p:pic>
        <p:nvPicPr>
          <p:cNvPr id="1486" name="Google Shape;1486;p108"/>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487" name="Google Shape;1487;p108"/>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488" name="Google Shape;1488;p108"/>
          <p:cNvSpPr txBox="1">
            <a:spLocks noGrp="1"/>
          </p:cNvSpPr>
          <p:nvPr>
            <p:ph type="subTitle" idx="1"/>
          </p:nvPr>
        </p:nvSpPr>
        <p:spPr>
          <a:xfrm>
            <a:off x="1146725" y="1700300"/>
            <a:ext cx="4294800" cy="2298300"/>
          </a:xfrm>
          <a:prstGeom prst="rect">
            <a:avLst/>
          </a:prstGeom>
        </p:spPr>
        <p:txBody>
          <a:bodyPr spcFirstLastPara="1" wrap="square" lIns="91425" tIns="91425" rIns="91425" bIns="91425" anchor="t" anchorCtr="0">
            <a:noAutofit/>
          </a:bodyPr>
          <a:lstStyle>
            <a:lvl1pPr lvl="0">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a:endParaRPr/>
          </a:p>
        </p:txBody>
      </p:sp>
      <p:sp>
        <p:nvSpPr>
          <p:cNvPr id="1489" name="Google Shape;1489;p108"/>
          <p:cNvSpPr/>
          <p:nvPr/>
        </p:nvSpPr>
        <p:spPr>
          <a:xfrm rot="5400000">
            <a:off x="1591200" y="3141175"/>
            <a:ext cx="8325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1490" name="Google Shape;1490;p108"/>
          <p:cNvGrpSpPr/>
          <p:nvPr/>
        </p:nvGrpSpPr>
        <p:grpSpPr>
          <a:xfrm>
            <a:off x="2" y="156617"/>
            <a:ext cx="1462273" cy="4821940"/>
            <a:chOff x="2" y="156617"/>
            <a:chExt cx="1462273" cy="4821940"/>
          </a:xfrm>
        </p:grpSpPr>
        <p:grpSp>
          <p:nvGrpSpPr>
            <p:cNvPr id="1491" name="Google Shape;1491;p108"/>
            <p:cNvGrpSpPr/>
            <p:nvPr/>
          </p:nvGrpSpPr>
          <p:grpSpPr>
            <a:xfrm>
              <a:off x="2" y="156617"/>
              <a:ext cx="719987" cy="944360"/>
              <a:chOff x="2" y="156617"/>
              <a:chExt cx="719987" cy="944360"/>
            </a:xfrm>
          </p:grpSpPr>
          <p:pic>
            <p:nvPicPr>
              <p:cNvPr id="1492" name="Google Shape;1492;p108"/>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1493" name="Google Shape;1493;p108"/>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nvGrpSpPr>
            <p:cNvPr id="1494" name="Google Shape;1494;p108"/>
            <p:cNvGrpSpPr/>
            <p:nvPr/>
          </p:nvGrpSpPr>
          <p:grpSpPr>
            <a:xfrm>
              <a:off x="359837" y="4401391"/>
              <a:ext cx="1102438" cy="577167"/>
              <a:chOff x="359837" y="4401391"/>
              <a:chExt cx="1102438" cy="577167"/>
            </a:xfrm>
          </p:grpSpPr>
          <p:pic>
            <p:nvPicPr>
              <p:cNvPr id="1495" name="Google Shape;1495;p108"/>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1496" name="Google Shape;1496;p108"/>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sp>
        <p:nvSpPr>
          <p:cNvPr id="1497" name="Google Shape;1497;p10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498"/>
        <p:cNvGrpSpPr/>
        <p:nvPr/>
      </p:nvGrpSpPr>
      <p:grpSpPr>
        <a:xfrm>
          <a:off x="0" y="0"/>
          <a:ext cx="0" cy="0"/>
          <a:chOff x="0" y="0"/>
          <a:chExt cx="0" cy="0"/>
        </a:xfrm>
      </p:grpSpPr>
      <p:pic>
        <p:nvPicPr>
          <p:cNvPr id="1499" name="Google Shape;1499;p109"/>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500" name="Google Shape;1500;p109"/>
          <p:cNvSpPr txBox="1">
            <a:spLocks noGrp="1"/>
          </p:cNvSpPr>
          <p:nvPr>
            <p:ph type="title"/>
          </p:nvPr>
        </p:nvSpPr>
        <p:spPr>
          <a:xfrm>
            <a:off x="1768550" y="1714500"/>
            <a:ext cx="5607000" cy="17145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1501" name="Google Shape;1501;p109"/>
          <p:cNvGrpSpPr/>
          <p:nvPr/>
        </p:nvGrpSpPr>
        <p:grpSpPr>
          <a:xfrm>
            <a:off x="-421050" y="0"/>
            <a:ext cx="10524450" cy="5564725"/>
            <a:chOff x="-421050" y="0"/>
            <a:chExt cx="10524450" cy="5564725"/>
          </a:xfrm>
        </p:grpSpPr>
        <p:sp>
          <p:nvSpPr>
            <p:cNvPr id="1502" name="Google Shape;1502;p109"/>
            <p:cNvSpPr/>
            <p:nvPr/>
          </p:nvSpPr>
          <p:spPr>
            <a:xfrm rot="10800000">
              <a:off x="-421050" y="0"/>
              <a:ext cx="916800" cy="2325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503" name="Google Shape;1503;p109"/>
            <p:cNvSpPr/>
            <p:nvPr/>
          </p:nvSpPr>
          <p:spPr>
            <a:xfrm rot="5400000">
              <a:off x="1591200" y="3141175"/>
              <a:ext cx="8325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504" name="Google Shape;1504;p109"/>
            <p:cNvSpPr/>
            <p:nvPr/>
          </p:nvSpPr>
          <p:spPr>
            <a:xfrm rot="-5400000">
              <a:off x="8206500" y="2779250"/>
              <a:ext cx="1896900" cy="1896900"/>
            </a:xfrm>
            <a:prstGeom prst="blockArc">
              <a:avLst>
                <a:gd name="adj1" fmla="val 10800000"/>
                <a:gd name="adj2" fmla="val 21539247"/>
                <a:gd name="adj3" fmla="val 17334"/>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1505" name="Google Shape;1505;p109"/>
          <p:cNvGrpSpPr/>
          <p:nvPr/>
        </p:nvGrpSpPr>
        <p:grpSpPr>
          <a:xfrm>
            <a:off x="-148218" y="81904"/>
            <a:ext cx="10251619" cy="5069347"/>
            <a:chOff x="-148218" y="81904"/>
            <a:chExt cx="10251619" cy="5069347"/>
          </a:xfrm>
        </p:grpSpPr>
        <p:pic>
          <p:nvPicPr>
            <p:cNvPr id="1506" name="Google Shape;1506;p109"/>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dist="47625" dir="5400000" algn="bl" rotWithShape="0">
                <a:schemeClr val="dk1">
                  <a:alpha val="37000"/>
                </a:schemeClr>
              </a:outerShdw>
            </a:effectLst>
          </p:spPr>
        </p:pic>
        <p:grpSp>
          <p:nvGrpSpPr>
            <p:cNvPr id="1507" name="Google Shape;1507;p109"/>
            <p:cNvGrpSpPr/>
            <p:nvPr/>
          </p:nvGrpSpPr>
          <p:grpSpPr>
            <a:xfrm>
              <a:off x="359837" y="4401391"/>
              <a:ext cx="1102438" cy="577167"/>
              <a:chOff x="359837" y="4401391"/>
              <a:chExt cx="1102438" cy="577167"/>
            </a:xfrm>
          </p:grpSpPr>
          <p:pic>
            <p:nvPicPr>
              <p:cNvPr id="1508" name="Google Shape;1508;p109"/>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1509" name="Google Shape;1509;p109"/>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nvGrpSpPr>
            <p:cNvPr id="1510" name="Google Shape;1510;p109"/>
            <p:cNvGrpSpPr/>
            <p:nvPr/>
          </p:nvGrpSpPr>
          <p:grpSpPr>
            <a:xfrm>
              <a:off x="-148218" y="81904"/>
              <a:ext cx="1188426" cy="1227668"/>
              <a:chOff x="-7843" y="83454"/>
              <a:chExt cx="1188426" cy="1227668"/>
            </a:xfrm>
          </p:grpSpPr>
          <p:pic>
            <p:nvPicPr>
              <p:cNvPr id="1511" name="Google Shape;1511;p109"/>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dist="19050" dir="5400000" algn="bl" rotWithShape="0">
                  <a:schemeClr val="dk1">
                    <a:alpha val="67000"/>
                  </a:schemeClr>
                </a:outerShdw>
              </a:effectLst>
            </p:spPr>
          </p:pic>
          <p:pic>
            <p:nvPicPr>
              <p:cNvPr id="1512" name="Google Shape;1512;p109"/>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dist="19050" dir="5400000" algn="bl" rotWithShape="0">
                  <a:schemeClr val="dk1">
                    <a:alpha val="67000"/>
                  </a:schemeClr>
                </a:outerShdw>
              </a:effectLst>
            </p:spPr>
          </p:pic>
          <p:pic>
            <p:nvPicPr>
              <p:cNvPr id="1513" name="Google Shape;1513;p109"/>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dist="19050" dir="5400000" algn="bl" rotWithShape="0">
                  <a:schemeClr val="dk1">
                    <a:alpha val="67000"/>
                  </a:schemeClr>
                </a:outerShdw>
              </a:effectLst>
            </p:spPr>
          </p:pic>
        </p:grpSp>
      </p:grpSp>
      <p:sp>
        <p:nvSpPr>
          <p:cNvPr id="1514" name="Google Shape;1514;p10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515"/>
        <p:cNvGrpSpPr/>
        <p:nvPr/>
      </p:nvGrpSpPr>
      <p:grpSpPr>
        <a:xfrm>
          <a:off x="0" y="0"/>
          <a:ext cx="0" cy="0"/>
          <a:chOff x="0" y="0"/>
          <a:chExt cx="0" cy="0"/>
        </a:xfrm>
      </p:grpSpPr>
      <p:pic>
        <p:nvPicPr>
          <p:cNvPr id="1516" name="Google Shape;1516;p110"/>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517" name="Google Shape;1517;p110"/>
          <p:cNvSpPr txBox="1">
            <a:spLocks noGrp="1"/>
          </p:cNvSpPr>
          <p:nvPr>
            <p:ph type="title"/>
          </p:nvPr>
        </p:nvSpPr>
        <p:spPr>
          <a:xfrm>
            <a:off x="2135550" y="1503088"/>
            <a:ext cx="4872900" cy="1161300"/>
          </a:xfrm>
          <a:prstGeom prst="rect">
            <a:avLst/>
          </a:prstGeom>
        </p:spPr>
        <p:txBody>
          <a:bodyPr spcFirstLastPara="1" wrap="square" lIns="91425" tIns="91425" rIns="91425" bIns="91425" anchor="b" anchorCtr="0">
            <a:noAutofit/>
          </a:bodyPr>
          <a:lstStyle>
            <a:lvl1pPr lvl="0" algn="ctr">
              <a:spcBef>
                <a:spcPts val="0"/>
              </a:spcBef>
              <a:spcAft>
                <a:spcPts val="0"/>
              </a:spcAft>
              <a:buSzPts val="6500"/>
              <a:buNone/>
              <a:defRPr sz="65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sp>
        <p:nvSpPr>
          <p:cNvPr id="1518" name="Google Shape;1518;p110"/>
          <p:cNvSpPr txBox="1">
            <a:spLocks noGrp="1"/>
          </p:cNvSpPr>
          <p:nvPr>
            <p:ph type="subTitle" idx="1"/>
          </p:nvPr>
        </p:nvSpPr>
        <p:spPr>
          <a:xfrm>
            <a:off x="2135550" y="2664513"/>
            <a:ext cx="4872900" cy="6711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1519" name="Google Shape;1519;p110"/>
          <p:cNvGrpSpPr/>
          <p:nvPr/>
        </p:nvGrpSpPr>
        <p:grpSpPr>
          <a:xfrm>
            <a:off x="0" y="-859375"/>
            <a:ext cx="9504775" cy="6608225"/>
            <a:chOff x="0" y="-859375"/>
            <a:chExt cx="9504775" cy="6608225"/>
          </a:xfrm>
        </p:grpSpPr>
        <p:grpSp>
          <p:nvGrpSpPr>
            <p:cNvPr id="1520" name="Google Shape;1520;p110"/>
            <p:cNvGrpSpPr/>
            <p:nvPr/>
          </p:nvGrpSpPr>
          <p:grpSpPr>
            <a:xfrm flipH="1">
              <a:off x="5129400" y="4543750"/>
              <a:ext cx="4014600" cy="1205100"/>
              <a:chOff x="150" y="4543750"/>
              <a:chExt cx="4014600" cy="1205100"/>
            </a:xfrm>
          </p:grpSpPr>
          <p:sp>
            <p:nvSpPr>
              <p:cNvPr id="1521" name="Google Shape;1521;p110"/>
              <p:cNvSpPr/>
              <p:nvPr/>
            </p:nvSpPr>
            <p:spPr>
              <a:xfrm rot="5400000">
                <a:off x="1592700" y="3139675"/>
                <a:ext cx="8295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522" name="Google Shape;1522;p110"/>
              <p:cNvSpPr/>
              <p:nvPr/>
            </p:nvSpPr>
            <p:spPr>
              <a:xfrm>
                <a:off x="2421475" y="4543750"/>
                <a:ext cx="1205100" cy="1205100"/>
              </a:xfrm>
              <a:prstGeom prst="blockArc">
                <a:avLst>
                  <a:gd name="adj1" fmla="val 10800000"/>
                  <a:gd name="adj2" fmla="val 93824"/>
                  <a:gd name="adj3" fmla="val 19896"/>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1523" name="Google Shape;1523;p110"/>
            <p:cNvSpPr/>
            <p:nvPr/>
          </p:nvSpPr>
          <p:spPr>
            <a:xfrm rot="10800000" flipH="1">
              <a:off x="8793175" y="-30500"/>
              <a:ext cx="711600" cy="2325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1524" name="Google Shape;1524;p110"/>
            <p:cNvGrpSpPr/>
            <p:nvPr/>
          </p:nvGrpSpPr>
          <p:grpSpPr>
            <a:xfrm flipH="1">
              <a:off x="0" y="-859375"/>
              <a:ext cx="2489300" cy="1740000"/>
              <a:chOff x="6148925" y="-872075"/>
              <a:chExt cx="2489300" cy="1740000"/>
            </a:xfrm>
          </p:grpSpPr>
          <p:sp>
            <p:nvSpPr>
              <p:cNvPr id="1525" name="Google Shape;1525;p110"/>
              <p:cNvSpPr/>
              <p:nvPr/>
            </p:nvSpPr>
            <p:spPr>
              <a:xfrm>
                <a:off x="6898225" y="-872075"/>
                <a:ext cx="1740000" cy="1740000"/>
              </a:xfrm>
              <a:prstGeom prst="pie">
                <a:avLst>
                  <a:gd name="adj1" fmla="val 0"/>
                  <a:gd name="adj2" fmla="val 1080014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526" name="Google Shape;1526;p110"/>
              <p:cNvSpPr/>
              <p:nvPr/>
            </p:nvSpPr>
            <p:spPr>
              <a:xfrm rot="10800000">
                <a:off x="6148925" y="-604625"/>
                <a:ext cx="1205100" cy="1205100"/>
              </a:xfrm>
              <a:prstGeom prst="blockArc">
                <a:avLst>
                  <a:gd name="adj1" fmla="val 10800000"/>
                  <a:gd name="adj2" fmla="val 108721"/>
                  <a:gd name="adj3" fmla="val 22117"/>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grpSp>
        <p:nvGrpSpPr>
          <p:cNvPr id="1527" name="Google Shape;1527;p110"/>
          <p:cNvGrpSpPr/>
          <p:nvPr/>
        </p:nvGrpSpPr>
        <p:grpSpPr>
          <a:xfrm>
            <a:off x="-736999" y="-445900"/>
            <a:ext cx="10033401" cy="5589398"/>
            <a:chOff x="-736999" y="-445900"/>
            <a:chExt cx="10033401" cy="5589398"/>
          </a:xfrm>
        </p:grpSpPr>
        <p:pic>
          <p:nvPicPr>
            <p:cNvPr id="1528" name="Google Shape;1528;p110"/>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dist="19050" dir="5400000" algn="bl" rotWithShape="0">
                <a:schemeClr val="dk1">
                  <a:alpha val="50000"/>
                </a:schemeClr>
              </a:outerShdw>
            </a:effectLst>
          </p:spPr>
        </p:pic>
        <p:pic>
          <p:nvPicPr>
            <p:cNvPr id="1529" name="Google Shape;1529;p110"/>
            <p:cNvPicPr preferRelativeResize="0"/>
            <p:nvPr/>
          </p:nvPicPr>
          <p:blipFill>
            <a:blip r:embed="rId4">
              <a:alphaModFix/>
            </a:blip>
            <a:stretch>
              <a:fillRect/>
            </a:stretch>
          </p:blipFill>
          <p:spPr>
            <a:xfrm>
              <a:off x="8234451" y="3225800"/>
              <a:ext cx="1061951" cy="1917698"/>
            </a:xfrm>
            <a:prstGeom prst="rect">
              <a:avLst/>
            </a:prstGeom>
            <a:noFill/>
            <a:ln>
              <a:noFill/>
            </a:ln>
            <a:effectLst>
              <a:outerShdw blurRad="57150" dist="19050" dir="5400000" algn="bl" rotWithShape="0">
                <a:schemeClr val="dk1">
                  <a:alpha val="50000"/>
                </a:schemeClr>
              </a:outerShdw>
            </a:effectLst>
          </p:spPr>
        </p:pic>
      </p:grpSp>
      <p:sp>
        <p:nvSpPr>
          <p:cNvPr id="1530" name="Google Shape;1530;p11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531"/>
        <p:cNvGrpSpPr/>
        <p:nvPr/>
      </p:nvGrpSpPr>
      <p:grpSpPr>
        <a:xfrm>
          <a:off x="0" y="0"/>
          <a:ext cx="0" cy="0"/>
          <a:chOff x="0" y="0"/>
          <a:chExt cx="0" cy="0"/>
        </a:xfrm>
      </p:grpSpPr>
      <p:sp>
        <p:nvSpPr>
          <p:cNvPr id="1532" name="Google Shape;1532;p111"/>
          <p:cNvSpPr>
            <a:spLocks noGrp="1"/>
          </p:cNvSpPr>
          <p:nvPr>
            <p:ph type="pic" idx="2"/>
          </p:nvPr>
        </p:nvSpPr>
        <p:spPr>
          <a:xfrm>
            <a:off x="-25" y="-13725"/>
            <a:ext cx="9144000" cy="5157300"/>
          </a:xfrm>
          <a:prstGeom prst="rect">
            <a:avLst/>
          </a:prstGeom>
          <a:noFill/>
          <a:ln>
            <a:noFill/>
          </a:ln>
        </p:spPr>
      </p:sp>
      <p:sp>
        <p:nvSpPr>
          <p:cNvPr id="1533" name="Google Shape;1533;p111"/>
          <p:cNvSpPr txBox="1">
            <a:spLocks noGrp="1"/>
          </p:cNvSpPr>
          <p:nvPr>
            <p:ph type="title"/>
          </p:nvPr>
        </p:nvSpPr>
        <p:spPr>
          <a:xfrm>
            <a:off x="720000" y="4076700"/>
            <a:ext cx="7704000" cy="464400"/>
          </a:xfrm>
          <a:prstGeom prst="rect">
            <a:avLst/>
          </a:prstGeom>
          <a:solidFill>
            <a:schemeClr val="dk2"/>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a:spcBef>
                <a:spcPts val="0"/>
              </a:spcBef>
              <a:spcAft>
                <a:spcPts val="0"/>
              </a:spcAft>
              <a:buSzPts val="2500"/>
              <a:buNone/>
              <a:defRPr sz="24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sp>
        <p:nvSpPr>
          <p:cNvPr id="1534" name="Google Shape;1534;p11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535"/>
        <p:cNvGrpSpPr/>
        <p:nvPr/>
      </p:nvGrpSpPr>
      <p:grpSpPr>
        <a:xfrm>
          <a:off x="0" y="0"/>
          <a:ext cx="0" cy="0"/>
          <a:chOff x="0" y="0"/>
          <a:chExt cx="0" cy="0"/>
        </a:xfrm>
      </p:grpSpPr>
      <p:pic>
        <p:nvPicPr>
          <p:cNvPr id="1536" name="Google Shape;1536;p112"/>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537" name="Google Shape;1537;p112"/>
          <p:cNvSpPr txBox="1">
            <a:spLocks noGrp="1"/>
          </p:cNvSpPr>
          <p:nvPr>
            <p:ph type="title" hasCustomPrompt="1"/>
          </p:nvPr>
        </p:nvSpPr>
        <p:spPr>
          <a:xfrm>
            <a:off x="1284000" y="1814900"/>
            <a:ext cx="6576000" cy="10815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538" name="Google Shape;1538;p112"/>
          <p:cNvSpPr txBox="1">
            <a:spLocks noGrp="1"/>
          </p:cNvSpPr>
          <p:nvPr>
            <p:ph type="subTitle" idx="1"/>
          </p:nvPr>
        </p:nvSpPr>
        <p:spPr>
          <a:xfrm>
            <a:off x="1284000" y="2896600"/>
            <a:ext cx="6576000" cy="432000"/>
          </a:xfrm>
          <a:prstGeom prst="rect">
            <a:avLst/>
          </a:prstGeom>
        </p:spPr>
        <p:txBody>
          <a:bodyPr spcFirstLastPara="1" wrap="square" lIns="91425" tIns="91425" rIns="91425" bIns="91425" anchor="t" anchorCtr="0">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a:endParaRPr/>
          </a:p>
        </p:txBody>
      </p:sp>
      <p:grpSp>
        <p:nvGrpSpPr>
          <p:cNvPr id="1539" name="Google Shape;1539;p112"/>
          <p:cNvGrpSpPr/>
          <p:nvPr/>
        </p:nvGrpSpPr>
        <p:grpSpPr>
          <a:xfrm>
            <a:off x="-601700" y="-872075"/>
            <a:ext cx="10705100" cy="5548225"/>
            <a:chOff x="-601700" y="-872075"/>
            <a:chExt cx="10705100" cy="5548225"/>
          </a:xfrm>
        </p:grpSpPr>
        <p:sp>
          <p:nvSpPr>
            <p:cNvPr id="1540" name="Google Shape;1540;p112"/>
            <p:cNvSpPr/>
            <p:nvPr/>
          </p:nvSpPr>
          <p:spPr>
            <a:xfrm rot="-5400000">
              <a:off x="8206500" y="2779250"/>
              <a:ext cx="1896900" cy="1896900"/>
            </a:xfrm>
            <a:prstGeom prst="blockArc">
              <a:avLst>
                <a:gd name="adj1" fmla="val 10800000"/>
                <a:gd name="adj2" fmla="val 21596677"/>
                <a:gd name="adj3" fmla="val 11819"/>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1541" name="Google Shape;1541;p112"/>
            <p:cNvGrpSpPr/>
            <p:nvPr/>
          </p:nvGrpSpPr>
          <p:grpSpPr>
            <a:xfrm rot="5400000">
              <a:off x="-2006450" y="1404750"/>
              <a:ext cx="4014600" cy="1205100"/>
              <a:chOff x="150" y="4543750"/>
              <a:chExt cx="4014600" cy="1205100"/>
            </a:xfrm>
          </p:grpSpPr>
          <p:sp>
            <p:nvSpPr>
              <p:cNvPr id="1542" name="Google Shape;1542;p112"/>
              <p:cNvSpPr/>
              <p:nvPr/>
            </p:nvSpPr>
            <p:spPr>
              <a:xfrm rot="5400000">
                <a:off x="1622250" y="3110125"/>
                <a:ext cx="7704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543" name="Google Shape;1543;p112"/>
              <p:cNvSpPr/>
              <p:nvPr/>
            </p:nvSpPr>
            <p:spPr>
              <a:xfrm>
                <a:off x="262475" y="4543750"/>
                <a:ext cx="1205100" cy="1205100"/>
              </a:xfrm>
              <a:prstGeom prst="blockArc">
                <a:avLst>
                  <a:gd name="adj1" fmla="val 10800000"/>
                  <a:gd name="adj2" fmla="val 93824"/>
                  <a:gd name="adj3" fmla="val 19896"/>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1544" name="Google Shape;1544;p112"/>
            <p:cNvGrpSpPr/>
            <p:nvPr/>
          </p:nvGrpSpPr>
          <p:grpSpPr>
            <a:xfrm>
              <a:off x="6148925" y="-872075"/>
              <a:ext cx="2489300" cy="1740000"/>
              <a:chOff x="6148925" y="-872075"/>
              <a:chExt cx="2489300" cy="1740000"/>
            </a:xfrm>
          </p:grpSpPr>
          <p:sp>
            <p:nvSpPr>
              <p:cNvPr id="1545" name="Google Shape;1545;p112"/>
              <p:cNvSpPr/>
              <p:nvPr/>
            </p:nvSpPr>
            <p:spPr>
              <a:xfrm>
                <a:off x="6898225" y="-872075"/>
                <a:ext cx="1740000" cy="1740000"/>
              </a:xfrm>
              <a:prstGeom prst="pie">
                <a:avLst>
                  <a:gd name="adj1" fmla="val 0"/>
                  <a:gd name="adj2" fmla="val 1080014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546" name="Google Shape;1546;p112"/>
              <p:cNvSpPr/>
              <p:nvPr/>
            </p:nvSpPr>
            <p:spPr>
              <a:xfrm rot="10800000">
                <a:off x="6148925" y="-604625"/>
                <a:ext cx="1205100" cy="1205100"/>
              </a:xfrm>
              <a:prstGeom prst="blockArc">
                <a:avLst>
                  <a:gd name="adj1" fmla="val 10800000"/>
                  <a:gd name="adj2" fmla="val 108721"/>
                  <a:gd name="adj3" fmla="val 22117"/>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grpSp>
        <p:nvGrpSpPr>
          <p:cNvPr id="1547" name="Google Shape;1547;p112"/>
          <p:cNvGrpSpPr/>
          <p:nvPr/>
        </p:nvGrpSpPr>
        <p:grpSpPr>
          <a:xfrm>
            <a:off x="-100888" y="2838714"/>
            <a:ext cx="9155766" cy="2341969"/>
            <a:chOff x="-100888" y="2838714"/>
            <a:chExt cx="9155766" cy="2341969"/>
          </a:xfrm>
        </p:grpSpPr>
        <p:grpSp>
          <p:nvGrpSpPr>
            <p:cNvPr id="1548" name="Google Shape;1548;p112"/>
            <p:cNvGrpSpPr/>
            <p:nvPr/>
          </p:nvGrpSpPr>
          <p:grpSpPr>
            <a:xfrm>
              <a:off x="8206512" y="4230524"/>
              <a:ext cx="848365" cy="950159"/>
              <a:chOff x="41662" y="277999"/>
              <a:chExt cx="848365" cy="950159"/>
            </a:xfrm>
          </p:grpSpPr>
          <p:pic>
            <p:nvPicPr>
              <p:cNvPr id="1549" name="Google Shape;1549;p112"/>
              <p:cNvPicPr preferRelativeResize="0"/>
              <p:nvPr/>
            </p:nvPicPr>
            <p:blipFill>
              <a:blip r:embed="rId3">
                <a:alphaModFix/>
              </a:blip>
              <a:stretch>
                <a:fillRect/>
              </a:stretch>
            </p:blipFill>
            <p:spPr>
              <a:xfrm rot="-1083129" flipH="1">
                <a:off x="101303" y="652430"/>
                <a:ext cx="646323" cy="487587"/>
              </a:xfrm>
              <a:prstGeom prst="rect">
                <a:avLst/>
              </a:prstGeom>
              <a:noFill/>
              <a:ln>
                <a:noFill/>
              </a:ln>
              <a:effectLst>
                <a:outerShdw blurRad="57150" dist="19050" dir="5400000" algn="bl" rotWithShape="0">
                  <a:schemeClr val="dk1">
                    <a:alpha val="50000"/>
                  </a:schemeClr>
                </a:outerShdw>
              </a:effectLst>
            </p:spPr>
          </p:pic>
          <p:pic>
            <p:nvPicPr>
              <p:cNvPr id="1550" name="Google Shape;1550;p112"/>
              <p:cNvPicPr preferRelativeResize="0"/>
              <p:nvPr/>
            </p:nvPicPr>
            <p:blipFill>
              <a:blip r:embed="rId3">
                <a:alphaModFix/>
              </a:blip>
              <a:stretch>
                <a:fillRect/>
              </a:stretch>
            </p:blipFill>
            <p:spPr>
              <a:xfrm rot="-5826171" flipH="1">
                <a:off x="570466" y="412512"/>
                <a:ext cx="341359" cy="257531"/>
              </a:xfrm>
              <a:prstGeom prst="rect">
                <a:avLst/>
              </a:prstGeom>
              <a:noFill/>
              <a:ln>
                <a:noFill/>
              </a:ln>
              <a:effectLst>
                <a:outerShdw blurRad="57150" dist="19050" dir="5400000" algn="bl" rotWithShape="0">
                  <a:schemeClr val="dk1">
                    <a:alpha val="50000"/>
                  </a:schemeClr>
                </a:outerShdw>
              </a:effectLst>
            </p:spPr>
          </p:pic>
          <p:pic>
            <p:nvPicPr>
              <p:cNvPr id="1551" name="Google Shape;1551;p112"/>
              <p:cNvPicPr preferRelativeResize="0"/>
              <p:nvPr/>
            </p:nvPicPr>
            <p:blipFill>
              <a:blip r:embed="rId4">
                <a:alphaModFix/>
              </a:blip>
              <a:stretch>
                <a:fillRect/>
              </a:stretch>
            </p:blipFill>
            <p:spPr>
              <a:xfrm rot="-8300824" flipH="1">
                <a:off x="200914" y="402080"/>
                <a:ext cx="447091" cy="193739"/>
              </a:xfrm>
              <a:prstGeom prst="rect">
                <a:avLst/>
              </a:prstGeom>
              <a:noFill/>
              <a:ln>
                <a:noFill/>
              </a:ln>
              <a:effectLst>
                <a:outerShdw blurRad="57150" dist="19050" dir="5400000" algn="bl" rotWithShape="0">
                  <a:schemeClr val="dk1">
                    <a:alpha val="50000"/>
                  </a:schemeClr>
                </a:outerShdw>
              </a:effectLst>
            </p:spPr>
          </p:pic>
        </p:grpSp>
        <p:pic>
          <p:nvPicPr>
            <p:cNvPr id="1552" name="Google Shape;1552;p112"/>
            <p:cNvPicPr preferRelativeResize="0"/>
            <p:nvPr/>
          </p:nvPicPr>
          <p:blipFill>
            <a:blip r:embed="rId5">
              <a:alphaModFix/>
            </a:blip>
            <a:stretch>
              <a:fillRect/>
            </a:stretch>
          </p:blipFill>
          <p:spPr>
            <a:xfrm>
              <a:off x="-100888" y="2838714"/>
              <a:ext cx="1292850" cy="2334673"/>
            </a:xfrm>
            <a:prstGeom prst="rect">
              <a:avLst/>
            </a:prstGeom>
            <a:noFill/>
            <a:ln>
              <a:noFill/>
            </a:ln>
            <a:effectLst>
              <a:outerShdw blurRad="57150" dist="19050" dir="5400000" algn="bl" rotWithShape="0">
                <a:schemeClr val="dk1">
                  <a:alpha val="50000"/>
                </a:schemeClr>
              </a:outerShdw>
            </a:effectLst>
          </p:spPr>
        </p:pic>
      </p:grpSp>
      <p:sp>
        <p:nvSpPr>
          <p:cNvPr id="1553" name="Google Shape;1553;p11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554"/>
        <p:cNvGrpSpPr/>
        <p:nvPr/>
      </p:nvGrpSpPr>
      <p:grpSpPr>
        <a:xfrm>
          <a:off x="0" y="0"/>
          <a:ext cx="0" cy="0"/>
          <a:chOff x="0" y="0"/>
          <a:chExt cx="0" cy="0"/>
        </a:xfrm>
      </p:grpSpPr>
      <p:sp>
        <p:nvSpPr>
          <p:cNvPr id="1555" name="Google Shape;1555;p11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556"/>
        <p:cNvGrpSpPr/>
        <p:nvPr/>
      </p:nvGrpSpPr>
      <p:grpSpPr>
        <a:xfrm>
          <a:off x="0" y="0"/>
          <a:ext cx="0" cy="0"/>
          <a:chOff x="0" y="0"/>
          <a:chExt cx="0" cy="0"/>
        </a:xfrm>
      </p:grpSpPr>
      <p:pic>
        <p:nvPicPr>
          <p:cNvPr id="1557" name="Google Shape;1557;p114"/>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1558" name="Google Shape;1558;p114"/>
          <p:cNvGrpSpPr/>
          <p:nvPr/>
        </p:nvGrpSpPr>
        <p:grpSpPr>
          <a:xfrm>
            <a:off x="7033266" y="-738725"/>
            <a:ext cx="2110732" cy="1475400"/>
            <a:chOff x="7033266" y="-738725"/>
            <a:chExt cx="2110732" cy="1475400"/>
          </a:xfrm>
        </p:grpSpPr>
        <p:sp>
          <p:nvSpPr>
            <p:cNvPr id="1559" name="Google Shape;1559;p114"/>
            <p:cNvSpPr/>
            <p:nvPr/>
          </p:nvSpPr>
          <p:spPr>
            <a:xfrm>
              <a:off x="7668598" y="-738725"/>
              <a:ext cx="1475400" cy="1475400"/>
            </a:xfrm>
            <a:prstGeom prst="pie">
              <a:avLst>
                <a:gd name="adj1" fmla="val 0"/>
                <a:gd name="adj2" fmla="val 1080014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560" name="Google Shape;1560;p114"/>
            <p:cNvSpPr/>
            <p:nvPr/>
          </p:nvSpPr>
          <p:spPr>
            <a:xfrm rot="10800000">
              <a:off x="7033266" y="-511968"/>
              <a:ext cx="1021800" cy="1021800"/>
            </a:xfrm>
            <a:prstGeom prst="blockArc">
              <a:avLst>
                <a:gd name="adj1" fmla="val 10800000"/>
                <a:gd name="adj2" fmla="val 108721"/>
                <a:gd name="adj3" fmla="val 22117"/>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1561" name="Google Shape;1561;p11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562" name="Google Shape;1562;p114"/>
          <p:cNvSpPr txBox="1">
            <a:spLocks noGrp="1"/>
          </p:cNvSpPr>
          <p:nvPr>
            <p:ph type="subTitle" idx="1"/>
          </p:nvPr>
        </p:nvSpPr>
        <p:spPr>
          <a:xfrm>
            <a:off x="4320125" y="1332025"/>
            <a:ext cx="4110600" cy="447600"/>
          </a:xfrm>
          <a:prstGeom prst="rect">
            <a:avLst/>
          </a:prstGeom>
        </p:spPr>
        <p:txBody>
          <a:bodyPr spcFirstLastPara="1" wrap="square" lIns="91425" tIns="91425" rIns="91425" bIns="91425" anchor="ctr" anchorCtr="0">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1563" name="Google Shape;1563;p114"/>
          <p:cNvSpPr txBox="1">
            <a:spLocks noGrp="1"/>
          </p:cNvSpPr>
          <p:nvPr>
            <p:ph type="title" idx="2" hasCustomPrompt="1"/>
          </p:nvPr>
        </p:nvSpPr>
        <p:spPr>
          <a:xfrm>
            <a:off x="777150" y="1332025"/>
            <a:ext cx="869700" cy="447600"/>
          </a:xfrm>
          <a:prstGeom prst="rect">
            <a:avLst/>
          </a:prstGeom>
          <a:solidFill>
            <a:schemeClr val="dk2"/>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564" name="Google Shape;1564;p114"/>
          <p:cNvSpPr txBox="1">
            <a:spLocks noGrp="1"/>
          </p:cNvSpPr>
          <p:nvPr>
            <p:ph type="subTitle" idx="3"/>
          </p:nvPr>
        </p:nvSpPr>
        <p:spPr>
          <a:xfrm>
            <a:off x="1751501" y="1332025"/>
            <a:ext cx="2465400" cy="4476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2000"/>
              <a:buFont typeface="Unbounded"/>
              <a:buNone/>
              <a:defRPr sz="2000" b="1">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sz="2400" b="1">
                <a:latin typeface="Unbounded"/>
                <a:ea typeface="Unbounded"/>
                <a:cs typeface="Unbounded"/>
                <a:sym typeface="Unbounded"/>
              </a:defRPr>
            </a:lvl2pPr>
            <a:lvl3pPr lvl="2">
              <a:lnSpc>
                <a:spcPct val="100000"/>
              </a:lnSpc>
              <a:spcBef>
                <a:spcPts val="0"/>
              </a:spcBef>
              <a:spcAft>
                <a:spcPts val="0"/>
              </a:spcAft>
              <a:buSzPts val="2400"/>
              <a:buFont typeface="Unbounded"/>
              <a:buNone/>
              <a:defRPr sz="2400" b="1">
                <a:latin typeface="Unbounded"/>
                <a:ea typeface="Unbounded"/>
                <a:cs typeface="Unbounded"/>
                <a:sym typeface="Unbounded"/>
              </a:defRPr>
            </a:lvl3pPr>
            <a:lvl4pPr lvl="3">
              <a:lnSpc>
                <a:spcPct val="100000"/>
              </a:lnSpc>
              <a:spcBef>
                <a:spcPts val="0"/>
              </a:spcBef>
              <a:spcAft>
                <a:spcPts val="0"/>
              </a:spcAft>
              <a:buSzPts val="2400"/>
              <a:buFont typeface="Unbounded"/>
              <a:buNone/>
              <a:defRPr sz="2400" b="1">
                <a:latin typeface="Unbounded"/>
                <a:ea typeface="Unbounded"/>
                <a:cs typeface="Unbounded"/>
                <a:sym typeface="Unbounded"/>
              </a:defRPr>
            </a:lvl4pPr>
            <a:lvl5pPr lvl="4">
              <a:lnSpc>
                <a:spcPct val="100000"/>
              </a:lnSpc>
              <a:spcBef>
                <a:spcPts val="0"/>
              </a:spcBef>
              <a:spcAft>
                <a:spcPts val="0"/>
              </a:spcAft>
              <a:buSzPts val="2400"/>
              <a:buFont typeface="Unbounded"/>
              <a:buNone/>
              <a:defRPr sz="2400" b="1">
                <a:latin typeface="Unbounded"/>
                <a:ea typeface="Unbounded"/>
                <a:cs typeface="Unbounded"/>
                <a:sym typeface="Unbounded"/>
              </a:defRPr>
            </a:lvl5pPr>
            <a:lvl6pPr lvl="5">
              <a:lnSpc>
                <a:spcPct val="100000"/>
              </a:lnSpc>
              <a:spcBef>
                <a:spcPts val="0"/>
              </a:spcBef>
              <a:spcAft>
                <a:spcPts val="0"/>
              </a:spcAft>
              <a:buSzPts val="2400"/>
              <a:buFont typeface="Unbounded"/>
              <a:buNone/>
              <a:defRPr sz="2400" b="1">
                <a:latin typeface="Unbounded"/>
                <a:ea typeface="Unbounded"/>
                <a:cs typeface="Unbounded"/>
                <a:sym typeface="Unbounded"/>
              </a:defRPr>
            </a:lvl6pPr>
            <a:lvl7pPr lvl="6">
              <a:lnSpc>
                <a:spcPct val="100000"/>
              </a:lnSpc>
              <a:spcBef>
                <a:spcPts val="0"/>
              </a:spcBef>
              <a:spcAft>
                <a:spcPts val="0"/>
              </a:spcAft>
              <a:buSzPts val="2400"/>
              <a:buFont typeface="Unbounded"/>
              <a:buNone/>
              <a:defRPr sz="2400" b="1">
                <a:latin typeface="Unbounded"/>
                <a:ea typeface="Unbounded"/>
                <a:cs typeface="Unbounded"/>
                <a:sym typeface="Unbounded"/>
              </a:defRPr>
            </a:lvl7pPr>
            <a:lvl8pPr lvl="7">
              <a:lnSpc>
                <a:spcPct val="100000"/>
              </a:lnSpc>
              <a:spcBef>
                <a:spcPts val="0"/>
              </a:spcBef>
              <a:spcAft>
                <a:spcPts val="0"/>
              </a:spcAft>
              <a:buSzPts val="2400"/>
              <a:buFont typeface="Unbounded"/>
              <a:buNone/>
              <a:defRPr sz="2400" b="1">
                <a:latin typeface="Unbounded"/>
                <a:ea typeface="Unbounded"/>
                <a:cs typeface="Unbounded"/>
                <a:sym typeface="Unbounded"/>
              </a:defRPr>
            </a:lvl8pPr>
            <a:lvl9pPr lvl="8">
              <a:lnSpc>
                <a:spcPct val="100000"/>
              </a:lnSpc>
              <a:spcBef>
                <a:spcPts val="0"/>
              </a:spcBef>
              <a:spcAft>
                <a:spcPts val="0"/>
              </a:spcAft>
              <a:buSzPts val="2400"/>
              <a:buFont typeface="Unbounded"/>
              <a:buNone/>
              <a:defRPr sz="2400" b="1">
                <a:latin typeface="Unbounded"/>
                <a:ea typeface="Unbounded"/>
                <a:cs typeface="Unbounded"/>
                <a:sym typeface="Unbounded"/>
              </a:defRPr>
            </a:lvl9pPr>
          </a:lstStyle>
          <a:p>
            <a:endParaRPr/>
          </a:p>
        </p:txBody>
      </p:sp>
      <p:sp>
        <p:nvSpPr>
          <p:cNvPr id="1565" name="Google Shape;1565;p114"/>
          <p:cNvSpPr txBox="1">
            <a:spLocks noGrp="1"/>
          </p:cNvSpPr>
          <p:nvPr>
            <p:ph type="subTitle" idx="4"/>
          </p:nvPr>
        </p:nvSpPr>
        <p:spPr>
          <a:xfrm>
            <a:off x="4320125" y="2214675"/>
            <a:ext cx="4110600" cy="447600"/>
          </a:xfrm>
          <a:prstGeom prst="rect">
            <a:avLst/>
          </a:prstGeom>
        </p:spPr>
        <p:txBody>
          <a:bodyPr spcFirstLastPara="1" wrap="square" lIns="91425" tIns="91425" rIns="91425" bIns="91425" anchor="ctr" anchorCtr="0">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1566" name="Google Shape;1566;p114"/>
          <p:cNvSpPr txBox="1">
            <a:spLocks noGrp="1"/>
          </p:cNvSpPr>
          <p:nvPr>
            <p:ph type="title" idx="5" hasCustomPrompt="1"/>
          </p:nvPr>
        </p:nvSpPr>
        <p:spPr>
          <a:xfrm>
            <a:off x="777150" y="2214675"/>
            <a:ext cx="869700" cy="447600"/>
          </a:xfrm>
          <a:prstGeom prst="rect">
            <a:avLst/>
          </a:prstGeom>
          <a:solidFill>
            <a:schemeClr val="dk2"/>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567" name="Google Shape;1567;p114"/>
          <p:cNvSpPr txBox="1">
            <a:spLocks noGrp="1"/>
          </p:cNvSpPr>
          <p:nvPr>
            <p:ph type="subTitle" idx="6"/>
          </p:nvPr>
        </p:nvSpPr>
        <p:spPr>
          <a:xfrm>
            <a:off x="1751501" y="2214675"/>
            <a:ext cx="2465400" cy="4476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2000"/>
              <a:buFont typeface="Unbounded"/>
              <a:buNone/>
              <a:defRPr sz="2000" b="1">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sz="2400" b="1">
                <a:latin typeface="Unbounded"/>
                <a:ea typeface="Unbounded"/>
                <a:cs typeface="Unbounded"/>
                <a:sym typeface="Unbounded"/>
              </a:defRPr>
            </a:lvl2pPr>
            <a:lvl3pPr lvl="2">
              <a:lnSpc>
                <a:spcPct val="100000"/>
              </a:lnSpc>
              <a:spcBef>
                <a:spcPts val="0"/>
              </a:spcBef>
              <a:spcAft>
                <a:spcPts val="0"/>
              </a:spcAft>
              <a:buSzPts val="2400"/>
              <a:buFont typeface="Unbounded"/>
              <a:buNone/>
              <a:defRPr sz="2400" b="1">
                <a:latin typeface="Unbounded"/>
                <a:ea typeface="Unbounded"/>
                <a:cs typeface="Unbounded"/>
                <a:sym typeface="Unbounded"/>
              </a:defRPr>
            </a:lvl3pPr>
            <a:lvl4pPr lvl="3">
              <a:lnSpc>
                <a:spcPct val="100000"/>
              </a:lnSpc>
              <a:spcBef>
                <a:spcPts val="0"/>
              </a:spcBef>
              <a:spcAft>
                <a:spcPts val="0"/>
              </a:spcAft>
              <a:buSzPts val="2400"/>
              <a:buFont typeface="Unbounded"/>
              <a:buNone/>
              <a:defRPr sz="2400" b="1">
                <a:latin typeface="Unbounded"/>
                <a:ea typeface="Unbounded"/>
                <a:cs typeface="Unbounded"/>
                <a:sym typeface="Unbounded"/>
              </a:defRPr>
            </a:lvl4pPr>
            <a:lvl5pPr lvl="4">
              <a:lnSpc>
                <a:spcPct val="100000"/>
              </a:lnSpc>
              <a:spcBef>
                <a:spcPts val="0"/>
              </a:spcBef>
              <a:spcAft>
                <a:spcPts val="0"/>
              </a:spcAft>
              <a:buSzPts val="2400"/>
              <a:buFont typeface="Unbounded"/>
              <a:buNone/>
              <a:defRPr sz="2400" b="1">
                <a:latin typeface="Unbounded"/>
                <a:ea typeface="Unbounded"/>
                <a:cs typeface="Unbounded"/>
                <a:sym typeface="Unbounded"/>
              </a:defRPr>
            </a:lvl5pPr>
            <a:lvl6pPr lvl="5">
              <a:lnSpc>
                <a:spcPct val="100000"/>
              </a:lnSpc>
              <a:spcBef>
                <a:spcPts val="0"/>
              </a:spcBef>
              <a:spcAft>
                <a:spcPts val="0"/>
              </a:spcAft>
              <a:buSzPts val="2400"/>
              <a:buFont typeface="Unbounded"/>
              <a:buNone/>
              <a:defRPr sz="2400" b="1">
                <a:latin typeface="Unbounded"/>
                <a:ea typeface="Unbounded"/>
                <a:cs typeface="Unbounded"/>
                <a:sym typeface="Unbounded"/>
              </a:defRPr>
            </a:lvl6pPr>
            <a:lvl7pPr lvl="6">
              <a:lnSpc>
                <a:spcPct val="100000"/>
              </a:lnSpc>
              <a:spcBef>
                <a:spcPts val="0"/>
              </a:spcBef>
              <a:spcAft>
                <a:spcPts val="0"/>
              </a:spcAft>
              <a:buSzPts val="2400"/>
              <a:buFont typeface="Unbounded"/>
              <a:buNone/>
              <a:defRPr sz="2400" b="1">
                <a:latin typeface="Unbounded"/>
                <a:ea typeface="Unbounded"/>
                <a:cs typeface="Unbounded"/>
                <a:sym typeface="Unbounded"/>
              </a:defRPr>
            </a:lvl7pPr>
            <a:lvl8pPr lvl="7">
              <a:lnSpc>
                <a:spcPct val="100000"/>
              </a:lnSpc>
              <a:spcBef>
                <a:spcPts val="0"/>
              </a:spcBef>
              <a:spcAft>
                <a:spcPts val="0"/>
              </a:spcAft>
              <a:buSzPts val="2400"/>
              <a:buFont typeface="Unbounded"/>
              <a:buNone/>
              <a:defRPr sz="2400" b="1">
                <a:latin typeface="Unbounded"/>
                <a:ea typeface="Unbounded"/>
                <a:cs typeface="Unbounded"/>
                <a:sym typeface="Unbounded"/>
              </a:defRPr>
            </a:lvl8pPr>
            <a:lvl9pPr lvl="8">
              <a:lnSpc>
                <a:spcPct val="100000"/>
              </a:lnSpc>
              <a:spcBef>
                <a:spcPts val="0"/>
              </a:spcBef>
              <a:spcAft>
                <a:spcPts val="0"/>
              </a:spcAft>
              <a:buSzPts val="2400"/>
              <a:buFont typeface="Unbounded"/>
              <a:buNone/>
              <a:defRPr sz="2400" b="1">
                <a:latin typeface="Unbounded"/>
                <a:ea typeface="Unbounded"/>
                <a:cs typeface="Unbounded"/>
                <a:sym typeface="Unbounded"/>
              </a:defRPr>
            </a:lvl9pPr>
          </a:lstStyle>
          <a:p>
            <a:endParaRPr/>
          </a:p>
        </p:txBody>
      </p:sp>
      <p:sp>
        <p:nvSpPr>
          <p:cNvPr id="1568" name="Google Shape;1568;p114"/>
          <p:cNvSpPr txBox="1">
            <a:spLocks noGrp="1"/>
          </p:cNvSpPr>
          <p:nvPr>
            <p:ph type="subTitle" idx="7"/>
          </p:nvPr>
        </p:nvSpPr>
        <p:spPr>
          <a:xfrm>
            <a:off x="4320125" y="3097325"/>
            <a:ext cx="4110600" cy="447600"/>
          </a:xfrm>
          <a:prstGeom prst="rect">
            <a:avLst/>
          </a:prstGeom>
        </p:spPr>
        <p:txBody>
          <a:bodyPr spcFirstLastPara="1" wrap="square" lIns="91425" tIns="91425" rIns="91425" bIns="91425" anchor="ctr" anchorCtr="0">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1569" name="Google Shape;1569;p114"/>
          <p:cNvSpPr txBox="1">
            <a:spLocks noGrp="1"/>
          </p:cNvSpPr>
          <p:nvPr>
            <p:ph type="title" idx="8" hasCustomPrompt="1"/>
          </p:nvPr>
        </p:nvSpPr>
        <p:spPr>
          <a:xfrm>
            <a:off x="777150" y="3097325"/>
            <a:ext cx="869700" cy="447600"/>
          </a:xfrm>
          <a:prstGeom prst="rect">
            <a:avLst/>
          </a:prstGeom>
          <a:solidFill>
            <a:schemeClr val="dk2"/>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570" name="Google Shape;1570;p114"/>
          <p:cNvSpPr txBox="1">
            <a:spLocks noGrp="1"/>
          </p:cNvSpPr>
          <p:nvPr>
            <p:ph type="subTitle" idx="9"/>
          </p:nvPr>
        </p:nvSpPr>
        <p:spPr>
          <a:xfrm>
            <a:off x="1751501" y="3097325"/>
            <a:ext cx="2465400" cy="4476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2000"/>
              <a:buFont typeface="Unbounded"/>
              <a:buNone/>
              <a:defRPr sz="2000" b="1">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sz="2400" b="1">
                <a:latin typeface="Unbounded"/>
                <a:ea typeface="Unbounded"/>
                <a:cs typeface="Unbounded"/>
                <a:sym typeface="Unbounded"/>
              </a:defRPr>
            </a:lvl2pPr>
            <a:lvl3pPr lvl="2">
              <a:lnSpc>
                <a:spcPct val="100000"/>
              </a:lnSpc>
              <a:spcBef>
                <a:spcPts val="0"/>
              </a:spcBef>
              <a:spcAft>
                <a:spcPts val="0"/>
              </a:spcAft>
              <a:buSzPts val="2400"/>
              <a:buFont typeface="Unbounded"/>
              <a:buNone/>
              <a:defRPr sz="2400" b="1">
                <a:latin typeface="Unbounded"/>
                <a:ea typeface="Unbounded"/>
                <a:cs typeface="Unbounded"/>
                <a:sym typeface="Unbounded"/>
              </a:defRPr>
            </a:lvl3pPr>
            <a:lvl4pPr lvl="3">
              <a:lnSpc>
                <a:spcPct val="100000"/>
              </a:lnSpc>
              <a:spcBef>
                <a:spcPts val="0"/>
              </a:spcBef>
              <a:spcAft>
                <a:spcPts val="0"/>
              </a:spcAft>
              <a:buSzPts val="2400"/>
              <a:buFont typeface="Unbounded"/>
              <a:buNone/>
              <a:defRPr sz="2400" b="1">
                <a:latin typeface="Unbounded"/>
                <a:ea typeface="Unbounded"/>
                <a:cs typeface="Unbounded"/>
                <a:sym typeface="Unbounded"/>
              </a:defRPr>
            </a:lvl4pPr>
            <a:lvl5pPr lvl="4">
              <a:lnSpc>
                <a:spcPct val="100000"/>
              </a:lnSpc>
              <a:spcBef>
                <a:spcPts val="0"/>
              </a:spcBef>
              <a:spcAft>
                <a:spcPts val="0"/>
              </a:spcAft>
              <a:buSzPts val="2400"/>
              <a:buFont typeface="Unbounded"/>
              <a:buNone/>
              <a:defRPr sz="2400" b="1">
                <a:latin typeface="Unbounded"/>
                <a:ea typeface="Unbounded"/>
                <a:cs typeface="Unbounded"/>
                <a:sym typeface="Unbounded"/>
              </a:defRPr>
            </a:lvl5pPr>
            <a:lvl6pPr lvl="5">
              <a:lnSpc>
                <a:spcPct val="100000"/>
              </a:lnSpc>
              <a:spcBef>
                <a:spcPts val="0"/>
              </a:spcBef>
              <a:spcAft>
                <a:spcPts val="0"/>
              </a:spcAft>
              <a:buSzPts val="2400"/>
              <a:buFont typeface="Unbounded"/>
              <a:buNone/>
              <a:defRPr sz="2400" b="1">
                <a:latin typeface="Unbounded"/>
                <a:ea typeface="Unbounded"/>
                <a:cs typeface="Unbounded"/>
                <a:sym typeface="Unbounded"/>
              </a:defRPr>
            </a:lvl6pPr>
            <a:lvl7pPr lvl="6">
              <a:lnSpc>
                <a:spcPct val="100000"/>
              </a:lnSpc>
              <a:spcBef>
                <a:spcPts val="0"/>
              </a:spcBef>
              <a:spcAft>
                <a:spcPts val="0"/>
              </a:spcAft>
              <a:buSzPts val="2400"/>
              <a:buFont typeface="Unbounded"/>
              <a:buNone/>
              <a:defRPr sz="2400" b="1">
                <a:latin typeface="Unbounded"/>
                <a:ea typeface="Unbounded"/>
                <a:cs typeface="Unbounded"/>
                <a:sym typeface="Unbounded"/>
              </a:defRPr>
            </a:lvl7pPr>
            <a:lvl8pPr lvl="7">
              <a:lnSpc>
                <a:spcPct val="100000"/>
              </a:lnSpc>
              <a:spcBef>
                <a:spcPts val="0"/>
              </a:spcBef>
              <a:spcAft>
                <a:spcPts val="0"/>
              </a:spcAft>
              <a:buSzPts val="2400"/>
              <a:buFont typeface="Unbounded"/>
              <a:buNone/>
              <a:defRPr sz="2400" b="1">
                <a:latin typeface="Unbounded"/>
                <a:ea typeface="Unbounded"/>
                <a:cs typeface="Unbounded"/>
                <a:sym typeface="Unbounded"/>
              </a:defRPr>
            </a:lvl8pPr>
            <a:lvl9pPr lvl="8">
              <a:lnSpc>
                <a:spcPct val="100000"/>
              </a:lnSpc>
              <a:spcBef>
                <a:spcPts val="0"/>
              </a:spcBef>
              <a:spcAft>
                <a:spcPts val="0"/>
              </a:spcAft>
              <a:buSzPts val="2400"/>
              <a:buFont typeface="Unbounded"/>
              <a:buNone/>
              <a:defRPr sz="2400" b="1">
                <a:latin typeface="Unbounded"/>
                <a:ea typeface="Unbounded"/>
                <a:cs typeface="Unbounded"/>
                <a:sym typeface="Unbounded"/>
              </a:defRPr>
            </a:lvl9pPr>
          </a:lstStyle>
          <a:p>
            <a:endParaRPr/>
          </a:p>
        </p:txBody>
      </p:sp>
      <p:sp>
        <p:nvSpPr>
          <p:cNvPr id="1571" name="Google Shape;1571;p114"/>
          <p:cNvSpPr txBox="1">
            <a:spLocks noGrp="1"/>
          </p:cNvSpPr>
          <p:nvPr>
            <p:ph type="subTitle" idx="13"/>
          </p:nvPr>
        </p:nvSpPr>
        <p:spPr>
          <a:xfrm>
            <a:off x="4320125" y="3979975"/>
            <a:ext cx="4110600" cy="447600"/>
          </a:xfrm>
          <a:prstGeom prst="rect">
            <a:avLst/>
          </a:prstGeom>
        </p:spPr>
        <p:txBody>
          <a:bodyPr spcFirstLastPara="1" wrap="square" lIns="91425" tIns="91425" rIns="91425" bIns="91425" anchor="ctr" anchorCtr="0">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1572" name="Google Shape;1572;p114"/>
          <p:cNvSpPr txBox="1">
            <a:spLocks noGrp="1"/>
          </p:cNvSpPr>
          <p:nvPr>
            <p:ph type="title" idx="14" hasCustomPrompt="1"/>
          </p:nvPr>
        </p:nvSpPr>
        <p:spPr>
          <a:xfrm>
            <a:off x="777150" y="3979975"/>
            <a:ext cx="869700" cy="447600"/>
          </a:xfrm>
          <a:prstGeom prst="rect">
            <a:avLst/>
          </a:prstGeom>
          <a:solidFill>
            <a:schemeClr val="dk2"/>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573" name="Google Shape;1573;p114"/>
          <p:cNvSpPr txBox="1">
            <a:spLocks noGrp="1"/>
          </p:cNvSpPr>
          <p:nvPr>
            <p:ph type="subTitle" idx="15"/>
          </p:nvPr>
        </p:nvSpPr>
        <p:spPr>
          <a:xfrm>
            <a:off x="1751501" y="3979975"/>
            <a:ext cx="2465400" cy="4476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2000"/>
              <a:buFont typeface="Unbounded"/>
              <a:buNone/>
              <a:defRPr sz="2000" b="1">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sz="2400" b="1">
                <a:latin typeface="Unbounded"/>
                <a:ea typeface="Unbounded"/>
                <a:cs typeface="Unbounded"/>
                <a:sym typeface="Unbounded"/>
              </a:defRPr>
            </a:lvl2pPr>
            <a:lvl3pPr lvl="2">
              <a:lnSpc>
                <a:spcPct val="100000"/>
              </a:lnSpc>
              <a:spcBef>
                <a:spcPts val="0"/>
              </a:spcBef>
              <a:spcAft>
                <a:spcPts val="0"/>
              </a:spcAft>
              <a:buSzPts val="2400"/>
              <a:buFont typeface="Unbounded"/>
              <a:buNone/>
              <a:defRPr sz="2400" b="1">
                <a:latin typeface="Unbounded"/>
                <a:ea typeface="Unbounded"/>
                <a:cs typeface="Unbounded"/>
                <a:sym typeface="Unbounded"/>
              </a:defRPr>
            </a:lvl3pPr>
            <a:lvl4pPr lvl="3">
              <a:lnSpc>
                <a:spcPct val="100000"/>
              </a:lnSpc>
              <a:spcBef>
                <a:spcPts val="0"/>
              </a:spcBef>
              <a:spcAft>
                <a:spcPts val="0"/>
              </a:spcAft>
              <a:buSzPts val="2400"/>
              <a:buFont typeface="Unbounded"/>
              <a:buNone/>
              <a:defRPr sz="2400" b="1">
                <a:latin typeface="Unbounded"/>
                <a:ea typeface="Unbounded"/>
                <a:cs typeface="Unbounded"/>
                <a:sym typeface="Unbounded"/>
              </a:defRPr>
            </a:lvl4pPr>
            <a:lvl5pPr lvl="4">
              <a:lnSpc>
                <a:spcPct val="100000"/>
              </a:lnSpc>
              <a:spcBef>
                <a:spcPts val="0"/>
              </a:spcBef>
              <a:spcAft>
                <a:spcPts val="0"/>
              </a:spcAft>
              <a:buSzPts val="2400"/>
              <a:buFont typeface="Unbounded"/>
              <a:buNone/>
              <a:defRPr sz="2400" b="1">
                <a:latin typeface="Unbounded"/>
                <a:ea typeface="Unbounded"/>
                <a:cs typeface="Unbounded"/>
                <a:sym typeface="Unbounded"/>
              </a:defRPr>
            </a:lvl5pPr>
            <a:lvl6pPr lvl="5">
              <a:lnSpc>
                <a:spcPct val="100000"/>
              </a:lnSpc>
              <a:spcBef>
                <a:spcPts val="0"/>
              </a:spcBef>
              <a:spcAft>
                <a:spcPts val="0"/>
              </a:spcAft>
              <a:buSzPts val="2400"/>
              <a:buFont typeface="Unbounded"/>
              <a:buNone/>
              <a:defRPr sz="2400" b="1">
                <a:latin typeface="Unbounded"/>
                <a:ea typeface="Unbounded"/>
                <a:cs typeface="Unbounded"/>
                <a:sym typeface="Unbounded"/>
              </a:defRPr>
            </a:lvl6pPr>
            <a:lvl7pPr lvl="6">
              <a:lnSpc>
                <a:spcPct val="100000"/>
              </a:lnSpc>
              <a:spcBef>
                <a:spcPts val="0"/>
              </a:spcBef>
              <a:spcAft>
                <a:spcPts val="0"/>
              </a:spcAft>
              <a:buSzPts val="2400"/>
              <a:buFont typeface="Unbounded"/>
              <a:buNone/>
              <a:defRPr sz="2400" b="1">
                <a:latin typeface="Unbounded"/>
                <a:ea typeface="Unbounded"/>
                <a:cs typeface="Unbounded"/>
                <a:sym typeface="Unbounded"/>
              </a:defRPr>
            </a:lvl7pPr>
            <a:lvl8pPr lvl="7">
              <a:lnSpc>
                <a:spcPct val="100000"/>
              </a:lnSpc>
              <a:spcBef>
                <a:spcPts val="0"/>
              </a:spcBef>
              <a:spcAft>
                <a:spcPts val="0"/>
              </a:spcAft>
              <a:buSzPts val="2400"/>
              <a:buFont typeface="Unbounded"/>
              <a:buNone/>
              <a:defRPr sz="2400" b="1">
                <a:latin typeface="Unbounded"/>
                <a:ea typeface="Unbounded"/>
                <a:cs typeface="Unbounded"/>
                <a:sym typeface="Unbounded"/>
              </a:defRPr>
            </a:lvl8pPr>
            <a:lvl9pPr lvl="8">
              <a:lnSpc>
                <a:spcPct val="100000"/>
              </a:lnSpc>
              <a:spcBef>
                <a:spcPts val="0"/>
              </a:spcBef>
              <a:spcAft>
                <a:spcPts val="0"/>
              </a:spcAft>
              <a:buSzPts val="2400"/>
              <a:buFont typeface="Unbounded"/>
              <a:buNone/>
              <a:defRPr sz="2400" b="1">
                <a:latin typeface="Unbounded"/>
                <a:ea typeface="Unbounded"/>
                <a:cs typeface="Unbounded"/>
                <a:sym typeface="Unbounded"/>
              </a:defRPr>
            </a:lvl9pPr>
          </a:lstStyle>
          <a:p>
            <a:endParaRPr/>
          </a:p>
        </p:txBody>
      </p:sp>
      <p:grpSp>
        <p:nvGrpSpPr>
          <p:cNvPr id="1574" name="Google Shape;1574;p114"/>
          <p:cNvGrpSpPr/>
          <p:nvPr/>
        </p:nvGrpSpPr>
        <p:grpSpPr>
          <a:xfrm>
            <a:off x="2" y="156617"/>
            <a:ext cx="9096298" cy="4929890"/>
            <a:chOff x="2" y="156617"/>
            <a:chExt cx="9096298" cy="4929890"/>
          </a:xfrm>
        </p:grpSpPr>
        <p:grpSp>
          <p:nvGrpSpPr>
            <p:cNvPr id="1575" name="Google Shape;1575;p114"/>
            <p:cNvGrpSpPr/>
            <p:nvPr/>
          </p:nvGrpSpPr>
          <p:grpSpPr>
            <a:xfrm>
              <a:off x="2" y="156617"/>
              <a:ext cx="719987" cy="944360"/>
              <a:chOff x="2" y="156617"/>
              <a:chExt cx="719987" cy="944360"/>
            </a:xfrm>
          </p:grpSpPr>
          <p:pic>
            <p:nvPicPr>
              <p:cNvPr id="1576" name="Google Shape;1576;p114"/>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1577" name="Google Shape;1577;p114"/>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nvGrpSpPr>
            <p:cNvPr id="1578" name="Google Shape;1578;p114"/>
            <p:cNvGrpSpPr/>
            <p:nvPr/>
          </p:nvGrpSpPr>
          <p:grpSpPr>
            <a:xfrm>
              <a:off x="7993862" y="4509341"/>
              <a:ext cx="1102438" cy="577167"/>
              <a:chOff x="7993862" y="4509341"/>
              <a:chExt cx="1102438" cy="577167"/>
            </a:xfrm>
          </p:grpSpPr>
          <p:pic>
            <p:nvPicPr>
              <p:cNvPr id="1579" name="Google Shape;1579;p114"/>
              <p:cNvPicPr preferRelativeResize="0"/>
              <p:nvPr/>
            </p:nvPicPr>
            <p:blipFill>
              <a:blip r:embed="rId5">
                <a:alphaModFix/>
              </a:blip>
              <a:stretch>
                <a:fillRect/>
              </a:stretch>
            </p:blipFill>
            <p:spPr>
              <a:xfrm rot="1954086" flipH="1">
                <a:off x="8404052" y="4671936"/>
                <a:ext cx="677713" cy="251976"/>
              </a:xfrm>
              <a:prstGeom prst="rect">
                <a:avLst/>
              </a:prstGeom>
              <a:noFill/>
              <a:ln>
                <a:noFill/>
              </a:ln>
              <a:effectLst>
                <a:outerShdw blurRad="57150" dist="19050" dir="5400000" algn="bl" rotWithShape="0">
                  <a:schemeClr val="dk1">
                    <a:alpha val="50000"/>
                  </a:schemeClr>
                </a:outerShdw>
              </a:effectLst>
            </p:spPr>
          </p:pic>
          <p:pic>
            <p:nvPicPr>
              <p:cNvPr id="1580" name="Google Shape;1580;p114"/>
              <p:cNvPicPr preferRelativeResize="0"/>
              <p:nvPr/>
            </p:nvPicPr>
            <p:blipFill>
              <a:blip r:embed="rId4">
                <a:alphaModFix/>
              </a:blip>
              <a:stretch>
                <a:fillRect/>
              </a:stretch>
            </p:blipFill>
            <p:spPr>
              <a:xfrm flipH="1">
                <a:off x="7993862" y="4834518"/>
                <a:ext cx="765624" cy="251972"/>
              </a:xfrm>
              <a:prstGeom prst="rect">
                <a:avLst/>
              </a:prstGeom>
              <a:noFill/>
              <a:ln>
                <a:noFill/>
              </a:ln>
              <a:effectLst>
                <a:outerShdw blurRad="57150" dist="19050" dir="5400000" algn="bl" rotWithShape="0">
                  <a:schemeClr val="dk1">
                    <a:alpha val="50000"/>
                  </a:schemeClr>
                </a:outerShdw>
              </a:effectLst>
            </p:spPr>
          </p:pic>
        </p:grpSp>
      </p:grpSp>
      <p:sp>
        <p:nvSpPr>
          <p:cNvPr id="1581" name="Google Shape;1581;p11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582"/>
        <p:cNvGrpSpPr/>
        <p:nvPr/>
      </p:nvGrpSpPr>
      <p:grpSpPr>
        <a:xfrm>
          <a:off x="0" y="0"/>
          <a:ext cx="0" cy="0"/>
          <a:chOff x="0" y="0"/>
          <a:chExt cx="0" cy="0"/>
        </a:xfrm>
      </p:grpSpPr>
      <p:pic>
        <p:nvPicPr>
          <p:cNvPr id="1583" name="Google Shape;1583;p115"/>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584" name="Google Shape;1584;p115"/>
          <p:cNvSpPr txBox="1">
            <a:spLocks noGrp="1"/>
          </p:cNvSpPr>
          <p:nvPr>
            <p:ph type="title"/>
          </p:nvPr>
        </p:nvSpPr>
        <p:spPr>
          <a:xfrm>
            <a:off x="2013321" y="3456387"/>
            <a:ext cx="5607000" cy="661800"/>
          </a:xfrm>
          <a:prstGeom prst="rect">
            <a:avLst/>
          </a:prstGeom>
        </p:spPr>
        <p:txBody>
          <a:bodyPr spcFirstLastPara="1" wrap="square" lIns="91425" tIns="91425" rIns="91425" bIns="91425" anchor="t" anchorCtr="0">
            <a:noAutofit/>
          </a:bodyPr>
          <a:lstStyle>
            <a:lvl1pPr lvl="0" algn="r">
              <a:spcBef>
                <a:spcPts val="0"/>
              </a:spcBef>
              <a:spcAft>
                <a:spcPts val="0"/>
              </a:spcAft>
              <a:buSzPts val="3000"/>
              <a:buNone/>
              <a:defRPr sz="26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endParaRPr/>
          </a:p>
        </p:txBody>
      </p:sp>
      <p:sp>
        <p:nvSpPr>
          <p:cNvPr id="1585" name="Google Shape;1585;p115"/>
          <p:cNvSpPr txBox="1">
            <a:spLocks noGrp="1"/>
          </p:cNvSpPr>
          <p:nvPr>
            <p:ph type="subTitle" idx="1"/>
          </p:nvPr>
        </p:nvSpPr>
        <p:spPr>
          <a:xfrm>
            <a:off x="2013300" y="1122048"/>
            <a:ext cx="5607000" cy="2223900"/>
          </a:xfrm>
          <a:prstGeom prst="rect">
            <a:avLst/>
          </a:prstGeom>
        </p:spPr>
        <p:txBody>
          <a:bodyPr spcFirstLastPara="1" wrap="square" lIns="91425" tIns="91425" rIns="91425" bIns="91425" anchor="b" anchorCtr="0">
            <a:noAutofit/>
          </a:bodyPr>
          <a:lstStyle>
            <a:lvl1pPr lvl="0" algn="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a:endParaRPr/>
          </a:p>
        </p:txBody>
      </p:sp>
      <p:pic>
        <p:nvPicPr>
          <p:cNvPr id="1586" name="Google Shape;1586;p115"/>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dist="19050" dir="5400000" algn="bl" rotWithShape="0">
              <a:schemeClr val="dk1">
                <a:alpha val="50000"/>
              </a:schemeClr>
            </a:outerShdw>
          </a:effectLst>
        </p:spPr>
      </p:pic>
      <p:grpSp>
        <p:nvGrpSpPr>
          <p:cNvPr id="1587" name="Google Shape;1587;p115"/>
          <p:cNvGrpSpPr/>
          <p:nvPr/>
        </p:nvGrpSpPr>
        <p:grpSpPr>
          <a:xfrm>
            <a:off x="0" y="-859375"/>
            <a:ext cx="9755475" cy="6421100"/>
            <a:chOff x="0" y="-859375"/>
            <a:chExt cx="9755475" cy="6421100"/>
          </a:xfrm>
        </p:grpSpPr>
        <p:sp>
          <p:nvSpPr>
            <p:cNvPr id="1588" name="Google Shape;1588;p115"/>
            <p:cNvSpPr/>
            <p:nvPr/>
          </p:nvSpPr>
          <p:spPr>
            <a:xfrm rot="-5400000" flipH="1">
              <a:off x="6721950" y="3139675"/>
              <a:ext cx="8295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1589" name="Google Shape;1589;p115"/>
            <p:cNvGrpSpPr/>
            <p:nvPr/>
          </p:nvGrpSpPr>
          <p:grpSpPr>
            <a:xfrm flipH="1">
              <a:off x="0" y="-859375"/>
              <a:ext cx="2489300" cy="1740000"/>
              <a:chOff x="6148925" y="-872075"/>
              <a:chExt cx="2489300" cy="1740000"/>
            </a:xfrm>
          </p:grpSpPr>
          <p:sp>
            <p:nvSpPr>
              <p:cNvPr id="1590" name="Google Shape;1590;p115"/>
              <p:cNvSpPr/>
              <p:nvPr/>
            </p:nvSpPr>
            <p:spPr>
              <a:xfrm>
                <a:off x="6898225" y="-872075"/>
                <a:ext cx="1740000" cy="1740000"/>
              </a:xfrm>
              <a:prstGeom prst="pie">
                <a:avLst>
                  <a:gd name="adj1" fmla="val 0"/>
                  <a:gd name="adj2" fmla="val 1080014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591" name="Google Shape;1591;p115"/>
              <p:cNvSpPr/>
              <p:nvPr/>
            </p:nvSpPr>
            <p:spPr>
              <a:xfrm rot="10800000">
                <a:off x="6148925" y="-604625"/>
                <a:ext cx="1205100" cy="1205100"/>
              </a:xfrm>
              <a:prstGeom prst="blockArc">
                <a:avLst>
                  <a:gd name="adj1" fmla="val 10800000"/>
                  <a:gd name="adj2" fmla="val 108721"/>
                  <a:gd name="adj3" fmla="val 22117"/>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1592" name="Google Shape;1592;p115"/>
            <p:cNvSpPr/>
            <p:nvPr/>
          </p:nvSpPr>
          <p:spPr>
            <a:xfrm rot="-5400000" flipH="1">
              <a:off x="8550375" y="893450"/>
              <a:ext cx="1205100" cy="1205100"/>
            </a:xfrm>
            <a:prstGeom prst="blockArc">
              <a:avLst>
                <a:gd name="adj1" fmla="val 10800000"/>
                <a:gd name="adj2" fmla="val 93824"/>
                <a:gd name="adj3" fmla="val 198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1593" name="Google Shape;1593;p11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1594"/>
        <p:cNvGrpSpPr/>
        <p:nvPr/>
      </p:nvGrpSpPr>
      <p:grpSpPr>
        <a:xfrm>
          <a:off x="0" y="0"/>
          <a:ext cx="0" cy="0"/>
          <a:chOff x="0" y="0"/>
          <a:chExt cx="0" cy="0"/>
        </a:xfrm>
      </p:grpSpPr>
      <p:pic>
        <p:nvPicPr>
          <p:cNvPr id="1595" name="Google Shape;1595;p116"/>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596" name="Google Shape;1596;p116"/>
          <p:cNvSpPr txBox="1">
            <a:spLocks noGrp="1"/>
          </p:cNvSpPr>
          <p:nvPr>
            <p:ph type="title"/>
          </p:nvPr>
        </p:nvSpPr>
        <p:spPr>
          <a:xfrm>
            <a:off x="929000" y="1056375"/>
            <a:ext cx="3306000" cy="20760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597" name="Google Shape;1597;p116"/>
          <p:cNvSpPr txBox="1">
            <a:spLocks noGrp="1"/>
          </p:cNvSpPr>
          <p:nvPr>
            <p:ph type="subTitle" idx="1"/>
          </p:nvPr>
        </p:nvSpPr>
        <p:spPr>
          <a:xfrm>
            <a:off x="929000" y="3132225"/>
            <a:ext cx="3306000" cy="11163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598" name="Google Shape;1598;p116"/>
          <p:cNvSpPr>
            <a:spLocks noGrp="1"/>
          </p:cNvSpPr>
          <p:nvPr>
            <p:ph type="pic" idx="2"/>
          </p:nvPr>
        </p:nvSpPr>
        <p:spPr>
          <a:xfrm>
            <a:off x="4898950" y="533875"/>
            <a:ext cx="3489000" cy="4075800"/>
          </a:xfrm>
          <a:prstGeom prst="roundRect">
            <a:avLst>
              <a:gd name="adj" fmla="val 18268"/>
            </a:avLst>
          </a:prstGeom>
          <a:noFill/>
          <a:ln>
            <a:noFill/>
          </a:ln>
        </p:spPr>
      </p:sp>
      <p:grpSp>
        <p:nvGrpSpPr>
          <p:cNvPr id="1599" name="Google Shape;1599;p116"/>
          <p:cNvGrpSpPr/>
          <p:nvPr/>
        </p:nvGrpSpPr>
        <p:grpSpPr>
          <a:xfrm rot="5400000">
            <a:off x="-2006450" y="1404750"/>
            <a:ext cx="4014600" cy="1205100"/>
            <a:chOff x="150" y="4543750"/>
            <a:chExt cx="4014600" cy="1205100"/>
          </a:xfrm>
        </p:grpSpPr>
        <p:sp>
          <p:nvSpPr>
            <p:cNvPr id="1600" name="Google Shape;1600;p116"/>
            <p:cNvSpPr/>
            <p:nvPr/>
          </p:nvSpPr>
          <p:spPr>
            <a:xfrm rot="5400000">
              <a:off x="1622250" y="3110125"/>
              <a:ext cx="7704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601" name="Google Shape;1601;p116"/>
            <p:cNvSpPr/>
            <p:nvPr/>
          </p:nvSpPr>
          <p:spPr>
            <a:xfrm>
              <a:off x="2283875" y="4543750"/>
              <a:ext cx="1205100" cy="1205100"/>
            </a:xfrm>
            <a:prstGeom prst="blockArc">
              <a:avLst>
                <a:gd name="adj1" fmla="val 10800000"/>
                <a:gd name="adj2" fmla="val 93824"/>
                <a:gd name="adj3" fmla="val 19896"/>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1602" name="Google Shape;1602;p11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1603"/>
        <p:cNvGrpSpPr/>
        <p:nvPr/>
      </p:nvGrpSpPr>
      <p:grpSpPr>
        <a:xfrm>
          <a:off x="0" y="0"/>
          <a:ext cx="0" cy="0"/>
          <a:chOff x="0" y="0"/>
          <a:chExt cx="0" cy="0"/>
        </a:xfrm>
      </p:grpSpPr>
      <p:pic>
        <p:nvPicPr>
          <p:cNvPr id="1604" name="Google Shape;1604;p117"/>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605" name="Google Shape;1605;p117"/>
          <p:cNvSpPr txBox="1">
            <a:spLocks noGrp="1"/>
          </p:cNvSpPr>
          <p:nvPr>
            <p:ph type="title"/>
          </p:nvPr>
        </p:nvSpPr>
        <p:spPr>
          <a:xfrm>
            <a:off x="900325" y="1526875"/>
            <a:ext cx="3051900" cy="10632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606" name="Google Shape;1606;p117"/>
          <p:cNvSpPr txBox="1">
            <a:spLocks noGrp="1"/>
          </p:cNvSpPr>
          <p:nvPr>
            <p:ph type="subTitle" idx="1"/>
          </p:nvPr>
        </p:nvSpPr>
        <p:spPr>
          <a:xfrm>
            <a:off x="900325" y="2590075"/>
            <a:ext cx="3051900" cy="9918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1607" name="Google Shape;1607;p117"/>
          <p:cNvGrpSpPr/>
          <p:nvPr/>
        </p:nvGrpSpPr>
        <p:grpSpPr>
          <a:xfrm>
            <a:off x="0" y="-859375"/>
            <a:ext cx="9755475" cy="6421100"/>
            <a:chOff x="0" y="-859375"/>
            <a:chExt cx="9755475" cy="6421100"/>
          </a:xfrm>
        </p:grpSpPr>
        <p:sp>
          <p:nvSpPr>
            <p:cNvPr id="1608" name="Google Shape;1608;p117"/>
            <p:cNvSpPr/>
            <p:nvPr/>
          </p:nvSpPr>
          <p:spPr>
            <a:xfrm rot="-5400000" flipH="1">
              <a:off x="6721950" y="3139675"/>
              <a:ext cx="8295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1609" name="Google Shape;1609;p117"/>
            <p:cNvGrpSpPr/>
            <p:nvPr/>
          </p:nvGrpSpPr>
          <p:grpSpPr>
            <a:xfrm flipH="1">
              <a:off x="0" y="-859375"/>
              <a:ext cx="2489300" cy="1740000"/>
              <a:chOff x="6148925" y="-872075"/>
              <a:chExt cx="2489300" cy="1740000"/>
            </a:xfrm>
          </p:grpSpPr>
          <p:sp>
            <p:nvSpPr>
              <p:cNvPr id="1610" name="Google Shape;1610;p117"/>
              <p:cNvSpPr/>
              <p:nvPr/>
            </p:nvSpPr>
            <p:spPr>
              <a:xfrm>
                <a:off x="6898225" y="-872075"/>
                <a:ext cx="1740000" cy="1740000"/>
              </a:xfrm>
              <a:prstGeom prst="pie">
                <a:avLst>
                  <a:gd name="adj1" fmla="val 0"/>
                  <a:gd name="adj2" fmla="val 1080014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611" name="Google Shape;1611;p117"/>
              <p:cNvSpPr/>
              <p:nvPr/>
            </p:nvSpPr>
            <p:spPr>
              <a:xfrm rot="10800000">
                <a:off x="6148925" y="-604625"/>
                <a:ext cx="1205100" cy="1205100"/>
              </a:xfrm>
              <a:prstGeom prst="blockArc">
                <a:avLst>
                  <a:gd name="adj1" fmla="val 10800000"/>
                  <a:gd name="adj2" fmla="val 108721"/>
                  <a:gd name="adj3" fmla="val 22117"/>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1612" name="Google Shape;1612;p117"/>
            <p:cNvSpPr/>
            <p:nvPr/>
          </p:nvSpPr>
          <p:spPr>
            <a:xfrm rot="-5400000" flipH="1">
              <a:off x="8550375" y="893450"/>
              <a:ext cx="1205100" cy="1205100"/>
            </a:xfrm>
            <a:prstGeom prst="blockArc">
              <a:avLst>
                <a:gd name="adj1" fmla="val 10800000"/>
                <a:gd name="adj2" fmla="val 93824"/>
                <a:gd name="adj3" fmla="val 198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1613" name="Google Shape;1613;p11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1" name="Shape 1614"/>
        <p:cNvGrpSpPr/>
        <p:nvPr/>
      </p:nvGrpSpPr>
      <p:grpSpPr>
        <a:xfrm>
          <a:off x="0" y="0"/>
          <a:ext cx="0" cy="0"/>
          <a:chOff x="0" y="0"/>
          <a:chExt cx="0" cy="0"/>
        </a:xfrm>
      </p:grpSpPr>
      <p:pic>
        <p:nvPicPr>
          <p:cNvPr id="1615" name="Google Shape;1615;p118"/>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616" name="Google Shape;1616;p118"/>
          <p:cNvSpPr txBox="1">
            <a:spLocks noGrp="1"/>
          </p:cNvSpPr>
          <p:nvPr>
            <p:ph type="title"/>
          </p:nvPr>
        </p:nvSpPr>
        <p:spPr>
          <a:xfrm>
            <a:off x="4856624" y="1396050"/>
            <a:ext cx="3123300" cy="1060800"/>
          </a:xfrm>
          <a:prstGeom prst="rect">
            <a:avLst/>
          </a:prstGeom>
        </p:spPr>
        <p:txBody>
          <a:bodyPr spcFirstLastPara="1" wrap="square" lIns="91425" tIns="91425" rIns="91425" bIns="91425" anchor="b" anchorCtr="0">
            <a:noAutofit/>
          </a:bodyPr>
          <a:lstStyle>
            <a:lvl1pPr lvl="0" algn="r">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617" name="Google Shape;1617;p118"/>
          <p:cNvSpPr txBox="1">
            <a:spLocks noGrp="1"/>
          </p:cNvSpPr>
          <p:nvPr>
            <p:ph type="subTitle" idx="1"/>
          </p:nvPr>
        </p:nvSpPr>
        <p:spPr>
          <a:xfrm>
            <a:off x="4856775" y="2456850"/>
            <a:ext cx="3123300" cy="1290600"/>
          </a:xfrm>
          <a:prstGeom prst="rect">
            <a:avLst/>
          </a:prstGeom>
        </p:spPr>
        <p:txBody>
          <a:bodyPr spcFirstLastPara="1" wrap="square" lIns="91425" tIns="91425" rIns="91425" bIns="91425" anchor="t" anchorCtr="0">
            <a:noAutofit/>
          </a:bodyPr>
          <a:lstStyle>
            <a:lvl1pPr lvl="0" algn="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1618" name="Google Shape;1618;p118"/>
          <p:cNvGrpSpPr/>
          <p:nvPr/>
        </p:nvGrpSpPr>
        <p:grpSpPr>
          <a:xfrm>
            <a:off x="-601700" y="0"/>
            <a:ext cx="10705100" cy="4676150"/>
            <a:chOff x="-601700" y="0"/>
            <a:chExt cx="10705100" cy="4676150"/>
          </a:xfrm>
        </p:grpSpPr>
        <p:sp>
          <p:nvSpPr>
            <p:cNvPr id="1619" name="Google Shape;1619;p118"/>
            <p:cNvSpPr/>
            <p:nvPr/>
          </p:nvSpPr>
          <p:spPr>
            <a:xfrm rot="-5400000">
              <a:off x="8206500" y="2779250"/>
              <a:ext cx="1896900" cy="1896900"/>
            </a:xfrm>
            <a:prstGeom prst="blockArc">
              <a:avLst>
                <a:gd name="adj1" fmla="val 10800000"/>
                <a:gd name="adj2" fmla="val 21596677"/>
                <a:gd name="adj3" fmla="val 11819"/>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1620" name="Google Shape;1620;p118"/>
            <p:cNvGrpSpPr/>
            <p:nvPr/>
          </p:nvGrpSpPr>
          <p:grpSpPr>
            <a:xfrm rot="5400000">
              <a:off x="-2006450" y="1404750"/>
              <a:ext cx="4014600" cy="1205100"/>
              <a:chOff x="150" y="4543750"/>
              <a:chExt cx="4014600" cy="1205100"/>
            </a:xfrm>
          </p:grpSpPr>
          <p:sp>
            <p:nvSpPr>
              <p:cNvPr id="1621" name="Google Shape;1621;p118"/>
              <p:cNvSpPr/>
              <p:nvPr/>
            </p:nvSpPr>
            <p:spPr>
              <a:xfrm rot="5400000">
                <a:off x="1622250" y="3110125"/>
                <a:ext cx="7704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622" name="Google Shape;1622;p118"/>
              <p:cNvSpPr/>
              <p:nvPr/>
            </p:nvSpPr>
            <p:spPr>
              <a:xfrm>
                <a:off x="2283875" y="4543750"/>
                <a:ext cx="1205100" cy="1205100"/>
              </a:xfrm>
              <a:prstGeom prst="blockArc">
                <a:avLst>
                  <a:gd name="adj1" fmla="val 10800000"/>
                  <a:gd name="adj2" fmla="val 93824"/>
                  <a:gd name="adj3" fmla="val 19896"/>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grpSp>
        <p:nvGrpSpPr>
          <p:cNvPr id="1623" name="Google Shape;1623;p118"/>
          <p:cNvGrpSpPr/>
          <p:nvPr/>
        </p:nvGrpSpPr>
        <p:grpSpPr>
          <a:xfrm>
            <a:off x="8206512" y="4230524"/>
            <a:ext cx="848365" cy="950159"/>
            <a:chOff x="41662" y="277999"/>
            <a:chExt cx="848365" cy="950159"/>
          </a:xfrm>
        </p:grpSpPr>
        <p:pic>
          <p:nvPicPr>
            <p:cNvPr id="1624" name="Google Shape;1624;p118"/>
            <p:cNvPicPr preferRelativeResize="0"/>
            <p:nvPr/>
          </p:nvPicPr>
          <p:blipFill>
            <a:blip r:embed="rId3">
              <a:alphaModFix/>
            </a:blip>
            <a:stretch>
              <a:fillRect/>
            </a:stretch>
          </p:blipFill>
          <p:spPr>
            <a:xfrm rot="-1083129" flipH="1">
              <a:off x="101303" y="652430"/>
              <a:ext cx="646323" cy="487587"/>
            </a:xfrm>
            <a:prstGeom prst="rect">
              <a:avLst/>
            </a:prstGeom>
            <a:noFill/>
            <a:ln>
              <a:noFill/>
            </a:ln>
            <a:effectLst>
              <a:outerShdw blurRad="57150" dist="19050" dir="5400000" algn="bl" rotWithShape="0">
                <a:schemeClr val="dk1">
                  <a:alpha val="50000"/>
                </a:schemeClr>
              </a:outerShdw>
            </a:effectLst>
          </p:spPr>
        </p:pic>
        <p:pic>
          <p:nvPicPr>
            <p:cNvPr id="1625" name="Google Shape;1625;p118"/>
            <p:cNvPicPr preferRelativeResize="0"/>
            <p:nvPr/>
          </p:nvPicPr>
          <p:blipFill>
            <a:blip r:embed="rId3">
              <a:alphaModFix/>
            </a:blip>
            <a:stretch>
              <a:fillRect/>
            </a:stretch>
          </p:blipFill>
          <p:spPr>
            <a:xfrm rot="-5826171" flipH="1">
              <a:off x="570466" y="412512"/>
              <a:ext cx="341359" cy="257531"/>
            </a:xfrm>
            <a:prstGeom prst="rect">
              <a:avLst/>
            </a:prstGeom>
            <a:noFill/>
            <a:ln>
              <a:noFill/>
            </a:ln>
            <a:effectLst>
              <a:outerShdw blurRad="57150" dist="19050" dir="5400000" algn="bl" rotWithShape="0">
                <a:schemeClr val="dk1">
                  <a:alpha val="50000"/>
                </a:schemeClr>
              </a:outerShdw>
            </a:effectLst>
          </p:spPr>
        </p:pic>
        <p:pic>
          <p:nvPicPr>
            <p:cNvPr id="1626" name="Google Shape;1626;p118"/>
            <p:cNvPicPr preferRelativeResize="0"/>
            <p:nvPr/>
          </p:nvPicPr>
          <p:blipFill>
            <a:blip r:embed="rId4">
              <a:alphaModFix/>
            </a:blip>
            <a:stretch>
              <a:fillRect/>
            </a:stretch>
          </p:blipFill>
          <p:spPr>
            <a:xfrm rot="-8300824" flipH="1">
              <a:off x="200914" y="402080"/>
              <a:ext cx="447091" cy="193739"/>
            </a:xfrm>
            <a:prstGeom prst="rect">
              <a:avLst/>
            </a:prstGeom>
            <a:noFill/>
            <a:ln>
              <a:noFill/>
            </a:ln>
            <a:effectLst>
              <a:outerShdw blurRad="57150" dist="19050" dir="5400000" algn="bl" rotWithShape="0">
                <a:schemeClr val="dk1">
                  <a:alpha val="50000"/>
                </a:schemeClr>
              </a:outerShdw>
            </a:effectLst>
          </p:spPr>
        </p:pic>
      </p:grpSp>
      <p:sp>
        <p:nvSpPr>
          <p:cNvPr id="1627" name="Google Shape;1627;p11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1628"/>
        <p:cNvGrpSpPr/>
        <p:nvPr/>
      </p:nvGrpSpPr>
      <p:grpSpPr>
        <a:xfrm>
          <a:off x="0" y="0"/>
          <a:ext cx="0" cy="0"/>
          <a:chOff x="0" y="0"/>
          <a:chExt cx="0" cy="0"/>
        </a:xfrm>
      </p:grpSpPr>
      <p:pic>
        <p:nvPicPr>
          <p:cNvPr id="1629" name="Google Shape;1629;p119"/>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630" name="Google Shape;1630;p1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631" name="Google Shape;1631;p119"/>
          <p:cNvSpPr txBox="1">
            <a:spLocks noGrp="1"/>
          </p:cNvSpPr>
          <p:nvPr>
            <p:ph type="subTitle" idx="1"/>
          </p:nvPr>
        </p:nvSpPr>
        <p:spPr>
          <a:xfrm>
            <a:off x="4959198" y="3398399"/>
            <a:ext cx="2910900" cy="10107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632" name="Google Shape;1632;p119"/>
          <p:cNvSpPr txBox="1">
            <a:spLocks noGrp="1"/>
          </p:cNvSpPr>
          <p:nvPr>
            <p:ph type="subTitle" idx="2"/>
          </p:nvPr>
        </p:nvSpPr>
        <p:spPr>
          <a:xfrm>
            <a:off x="1273909" y="3398399"/>
            <a:ext cx="2910900" cy="10107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633" name="Google Shape;1633;p119"/>
          <p:cNvSpPr txBox="1">
            <a:spLocks noGrp="1"/>
          </p:cNvSpPr>
          <p:nvPr>
            <p:ph type="subTitle" idx="3"/>
          </p:nvPr>
        </p:nvSpPr>
        <p:spPr>
          <a:xfrm>
            <a:off x="1273897" y="2974875"/>
            <a:ext cx="2910900" cy="423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1634" name="Google Shape;1634;p119"/>
          <p:cNvSpPr txBox="1">
            <a:spLocks noGrp="1"/>
          </p:cNvSpPr>
          <p:nvPr>
            <p:ph type="subTitle" idx="4"/>
          </p:nvPr>
        </p:nvSpPr>
        <p:spPr>
          <a:xfrm>
            <a:off x="4959203" y="2974875"/>
            <a:ext cx="2910900" cy="423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grpSp>
        <p:nvGrpSpPr>
          <p:cNvPr id="1635" name="Google Shape;1635;p119"/>
          <p:cNvGrpSpPr/>
          <p:nvPr/>
        </p:nvGrpSpPr>
        <p:grpSpPr>
          <a:xfrm>
            <a:off x="-501600" y="128825"/>
            <a:ext cx="10252550" cy="5418500"/>
            <a:chOff x="-501600" y="128825"/>
            <a:chExt cx="10252550" cy="5418500"/>
          </a:xfrm>
        </p:grpSpPr>
        <p:sp>
          <p:nvSpPr>
            <p:cNvPr id="1636" name="Google Shape;1636;p119"/>
            <p:cNvSpPr/>
            <p:nvPr/>
          </p:nvSpPr>
          <p:spPr>
            <a:xfrm rot="-5400000" flipH="1">
              <a:off x="6729150" y="3132475"/>
              <a:ext cx="8151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637" name="Google Shape;1637;p119"/>
            <p:cNvSpPr/>
            <p:nvPr/>
          </p:nvSpPr>
          <p:spPr>
            <a:xfrm rot="-5400000" flipH="1">
              <a:off x="8545850" y="128825"/>
              <a:ext cx="1205100" cy="1205100"/>
            </a:xfrm>
            <a:prstGeom prst="blockArc">
              <a:avLst>
                <a:gd name="adj1" fmla="val 10800000"/>
                <a:gd name="adj2" fmla="val 93824"/>
                <a:gd name="adj3" fmla="val 198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638" name="Google Shape;1638;p119"/>
            <p:cNvSpPr/>
            <p:nvPr/>
          </p:nvSpPr>
          <p:spPr>
            <a:xfrm flipH="1">
              <a:off x="-501600" y="2817900"/>
              <a:ext cx="1001100" cy="2325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1639" name="Google Shape;1639;p119"/>
          <p:cNvGrpSpPr/>
          <p:nvPr/>
        </p:nvGrpSpPr>
        <p:grpSpPr>
          <a:xfrm>
            <a:off x="2" y="156617"/>
            <a:ext cx="9088698" cy="4882915"/>
            <a:chOff x="2" y="156617"/>
            <a:chExt cx="9088698" cy="4882915"/>
          </a:xfrm>
        </p:grpSpPr>
        <p:grpSp>
          <p:nvGrpSpPr>
            <p:cNvPr id="1640" name="Google Shape;1640;p119"/>
            <p:cNvGrpSpPr/>
            <p:nvPr/>
          </p:nvGrpSpPr>
          <p:grpSpPr>
            <a:xfrm>
              <a:off x="2" y="156617"/>
              <a:ext cx="719987" cy="944360"/>
              <a:chOff x="2" y="156617"/>
              <a:chExt cx="719987" cy="944360"/>
            </a:xfrm>
          </p:grpSpPr>
          <p:pic>
            <p:nvPicPr>
              <p:cNvPr id="1641" name="Google Shape;1641;p119"/>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1642" name="Google Shape;1642;p119"/>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nvGrpSpPr>
            <p:cNvPr id="1643" name="Google Shape;1643;p119"/>
            <p:cNvGrpSpPr/>
            <p:nvPr/>
          </p:nvGrpSpPr>
          <p:grpSpPr>
            <a:xfrm>
              <a:off x="7986262" y="4462366"/>
              <a:ext cx="1102438" cy="577167"/>
              <a:chOff x="359837" y="4401391"/>
              <a:chExt cx="1102438" cy="577167"/>
            </a:xfrm>
          </p:grpSpPr>
          <p:pic>
            <p:nvPicPr>
              <p:cNvPr id="1644" name="Google Shape;1644;p119"/>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1645" name="Google Shape;1645;p119"/>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sp>
        <p:nvSpPr>
          <p:cNvPr id="1646" name="Google Shape;1646;p11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1647"/>
        <p:cNvGrpSpPr/>
        <p:nvPr/>
      </p:nvGrpSpPr>
      <p:grpSpPr>
        <a:xfrm>
          <a:off x="0" y="0"/>
          <a:ext cx="0" cy="0"/>
          <a:chOff x="0" y="0"/>
          <a:chExt cx="0" cy="0"/>
        </a:xfrm>
      </p:grpSpPr>
      <p:pic>
        <p:nvPicPr>
          <p:cNvPr id="1648" name="Google Shape;1648;p120"/>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649" name="Google Shape;1649;p1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650" name="Google Shape;1650;p120"/>
          <p:cNvSpPr txBox="1">
            <a:spLocks noGrp="1"/>
          </p:cNvSpPr>
          <p:nvPr>
            <p:ph type="subTitle" idx="1"/>
          </p:nvPr>
        </p:nvSpPr>
        <p:spPr>
          <a:xfrm>
            <a:off x="4850130" y="1874500"/>
            <a:ext cx="3479700" cy="18390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651" name="Google Shape;1651;p120"/>
          <p:cNvSpPr txBox="1">
            <a:spLocks noGrp="1"/>
          </p:cNvSpPr>
          <p:nvPr>
            <p:ph type="subTitle" idx="2"/>
          </p:nvPr>
        </p:nvSpPr>
        <p:spPr>
          <a:xfrm>
            <a:off x="814175" y="1874500"/>
            <a:ext cx="3479700" cy="18390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1652" name="Google Shape;1652;p120"/>
          <p:cNvGrpSpPr/>
          <p:nvPr/>
        </p:nvGrpSpPr>
        <p:grpSpPr>
          <a:xfrm>
            <a:off x="275000" y="0"/>
            <a:ext cx="9374500" cy="5748850"/>
            <a:chOff x="275000" y="0"/>
            <a:chExt cx="9374500" cy="5748850"/>
          </a:xfrm>
        </p:grpSpPr>
        <p:sp>
          <p:nvSpPr>
            <p:cNvPr id="1653" name="Google Shape;1653;p120"/>
            <p:cNvSpPr/>
            <p:nvPr/>
          </p:nvSpPr>
          <p:spPr>
            <a:xfrm rot="-5400000" flipH="1">
              <a:off x="6729150" y="3132475"/>
              <a:ext cx="8151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654" name="Google Shape;1654;p120"/>
            <p:cNvSpPr/>
            <p:nvPr/>
          </p:nvSpPr>
          <p:spPr>
            <a:xfrm flipH="1">
              <a:off x="275000" y="4543750"/>
              <a:ext cx="1205100" cy="1205100"/>
            </a:xfrm>
            <a:prstGeom prst="blockArc">
              <a:avLst>
                <a:gd name="adj1" fmla="val 10800000"/>
                <a:gd name="adj2" fmla="val 93824"/>
                <a:gd name="adj3" fmla="val 198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655" name="Google Shape;1655;p120"/>
            <p:cNvSpPr/>
            <p:nvPr/>
          </p:nvSpPr>
          <p:spPr>
            <a:xfrm rot="10800000" flipH="1">
              <a:off x="8648400" y="0"/>
              <a:ext cx="1001100" cy="2325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1656" name="Google Shape;1656;p120"/>
          <p:cNvGrpSpPr/>
          <p:nvPr/>
        </p:nvGrpSpPr>
        <p:grpSpPr>
          <a:xfrm>
            <a:off x="2" y="156617"/>
            <a:ext cx="9088698" cy="4882915"/>
            <a:chOff x="2" y="156617"/>
            <a:chExt cx="9088698" cy="4882915"/>
          </a:xfrm>
        </p:grpSpPr>
        <p:grpSp>
          <p:nvGrpSpPr>
            <p:cNvPr id="1657" name="Google Shape;1657;p120"/>
            <p:cNvGrpSpPr/>
            <p:nvPr/>
          </p:nvGrpSpPr>
          <p:grpSpPr>
            <a:xfrm>
              <a:off x="2" y="156617"/>
              <a:ext cx="719987" cy="944360"/>
              <a:chOff x="2" y="156617"/>
              <a:chExt cx="719987" cy="944360"/>
            </a:xfrm>
          </p:grpSpPr>
          <p:pic>
            <p:nvPicPr>
              <p:cNvPr id="1658" name="Google Shape;1658;p120"/>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1659" name="Google Shape;1659;p120"/>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nvGrpSpPr>
            <p:cNvPr id="1660" name="Google Shape;1660;p120"/>
            <p:cNvGrpSpPr/>
            <p:nvPr/>
          </p:nvGrpSpPr>
          <p:grpSpPr>
            <a:xfrm>
              <a:off x="7986262" y="4462366"/>
              <a:ext cx="1102438" cy="577167"/>
              <a:chOff x="359837" y="4401391"/>
              <a:chExt cx="1102438" cy="577167"/>
            </a:xfrm>
          </p:grpSpPr>
          <p:pic>
            <p:nvPicPr>
              <p:cNvPr id="1661" name="Google Shape;1661;p120"/>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1662" name="Google Shape;1662;p120"/>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sp>
        <p:nvSpPr>
          <p:cNvPr id="1663" name="Google Shape;1663;p12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664"/>
        <p:cNvGrpSpPr/>
        <p:nvPr/>
      </p:nvGrpSpPr>
      <p:grpSpPr>
        <a:xfrm>
          <a:off x="0" y="0"/>
          <a:ext cx="0" cy="0"/>
          <a:chOff x="0" y="0"/>
          <a:chExt cx="0" cy="0"/>
        </a:xfrm>
      </p:grpSpPr>
      <p:pic>
        <p:nvPicPr>
          <p:cNvPr id="1665" name="Google Shape;1665;p121"/>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666" name="Google Shape;1666;p1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667" name="Google Shape;1667;p121"/>
          <p:cNvSpPr txBox="1">
            <a:spLocks noGrp="1"/>
          </p:cNvSpPr>
          <p:nvPr>
            <p:ph type="subTitle" idx="1"/>
          </p:nvPr>
        </p:nvSpPr>
        <p:spPr>
          <a:xfrm>
            <a:off x="828825" y="3250127"/>
            <a:ext cx="2240400" cy="10155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668" name="Google Shape;1668;p121"/>
          <p:cNvSpPr txBox="1">
            <a:spLocks noGrp="1"/>
          </p:cNvSpPr>
          <p:nvPr>
            <p:ph type="subTitle" idx="2"/>
          </p:nvPr>
        </p:nvSpPr>
        <p:spPr>
          <a:xfrm>
            <a:off x="3451795" y="3250127"/>
            <a:ext cx="2240400" cy="10155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669" name="Google Shape;1669;p121"/>
          <p:cNvSpPr txBox="1">
            <a:spLocks noGrp="1"/>
          </p:cNvSpPr>
          <p:nvPr>
            <p:ph type="subTitle" idx="3"/>
          </p:nvPr>
        </p:nvSpPr>
        <p:spPr>
          <a:xfrm>
            <a:off x="6074772" y="3250127"/>
            <a:ext cx="2240400" cy="10155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670" name="Google Shape;1670;p121"/>
          <p:cNvSpPr txBox="1">
            <a:spLocks noGrp="1"/>
          </p:cNvSpPr>
          <p:nvPr>
            <p:ph type="subTitle" idx="4"/>
          </p:nvPr>
        </p:nvSpPr>
        <p:spPr>
          <a:xfrm>
            <a:off x="828825" y="2779250"/>
            <a:ext cx="2240400" cy="4710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1671" name="Google Shape;1671;p121"/>
          <p:cNvSpPr txBox="1">
            <a:spLocks noGrp="1"/>
          </p:cNvSpPr>
          <p:nvPr>
            <p:ph type="subTitle" idx="5"/>
          </p:nvPr>
        </p:nvSpPr>
        <p:spPr>
          <a:xfrm>
            <a:off x="3451798" y="2779250"/>
            <a:ext cx="2240400" cy="4710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1672" name="Google Shape;1672;p121"/>
          <p:cNvSpPr txBox="1">
            <a:spLocks noGrp="1"/>
          </p:cNvSpPr>
          <p:nvPr>
            <p:ph type="subTitle" idx="6"/>
          </p:nvPr>
        </p:nvSpPr>
        <p:spPr>
          <a:xfrm>
            <a:off x="6074772" y="2779250"/>
            <a:ext cx="2240400" cy="4710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grpSp>
        <p:nvGrpSpPr>
          <p:cNvPr id="1673" name="Google Shape;1673;p121"/>
          <p:cNvGrpSpPr/>
          <p:nvPr/>
        </p:nvGrpSpPr>
        <p:grpSpPr>
          <a:xfrm>
            <a:off x="-601700" y="0"/>
            <a:ext cx="10705100" cy="4676150"/>
            <a:chOff x="-601700" y="0"/>
            <a:chExt cx="10705100" cy="4676150"/>
          </a:xfrm>
        </p:grpSpPr>
        <p:sp>
          <p:nvSpPr>
            <p:cNvPr id="1674" name="Google Shape;1674;p121"/>
            <p:cNvSpPr/>
            <p:nvPr/>
          </p:nvSpPr>
          <p:spPr>
            <a:xfrm rot="-5400000">
              <a:off x="8206500" y="2779250"/>
              <a:ext cx="1896900" cy="1896900"/>
            </a:xfrm>
            <a:prstGeom prst="blockArc">
              <a:avLst>
                <a:gd name="adj1" fmla="val 10800000"/>
                <a:gd name="adj2" fmla="val 21596677"/>
                <a:gd name="adj3" fmla="val 11819"/>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1675" name="Google Shape;1675;p121"/>
            <p:cNvGrpSpPr/>
            <p:nvPr/>
          </p:nvGrpSpPr>
          <p:grpSpPr>
            <a:xfrm rot="5400000">
              <a:off x="-2006450" y="1404750"/>
              <a:ext cx="4014600" cy="1205100"/>
              <a:chOff x="150" y="4543750"/>
              <a:chExt cx="4014600" cy="1205100"/>
            </a:xfrm>
          </p:grpSpPr>
          <p:sp>
            <p:nvSpPr>
              <p:cNvPr id="1676" name="Google Shape;1676;p121"/>
              <p:cNvSpPr/>
              <p:nvPr/>
            </p:nvSpPr>
            <p:spPr>
              <a:xfrm rot="5400000">
                <a:off x="1622250" y="3110125"/>
                <a:ext cx="7704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677" name="Google Shape;1677;p121"/>
              <p:cNvSpPr/>
              <p:nvPr/>
            </p:nvSpPr>
            <p:spPr>
              <a:xfrm>
                <a:off x="2283875" y="4543750"/>
                <a:ext cx="1205100" cy="1205100"/>
              </a:xfrm>
              <a:prstGeom prst="blockArc">
                <a:avLst>
                  <a:gd name="adj1" fmla="val 10800000"/>
                  <a:gd name="adj2" fmla="val 93824"/>
                  <a:gd name="adj3" fmla="val 19896"/>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grpSp>
        <p:nvGrpSpPr>
          <p:cNvPr id="1678" name="Google Shape;1678;p121"/>
          <p:cNvGrpSpPr/>
          <p:nvPr/>
        </p:nvGrpSpPr>
        <p:grpSpPr>
          <a:xfrm>
            <a:off x="2" y="156617"/>
            <a:ext cx="9054876" cy="5024066"/>
            <a:chOff x="2" y="156617"/>
            <a:chExt cx="9054876" cy="5024066"/>
          </a:xfrm>
        </p:grpSpPr>
        <p:grpSp>
          <p:nvGrpSpPr>
            <p:cNvPr id="1679" name="Google Shape;1679;p121"/>
            <p:cNvGrpSpPr/>
            <p:nvPr/>
          </p:nvGrpSpPr>
          <p:grpSpPr>
            <a:xfrm>
              <a:off x="8206512" y="4230524"/>
              <a:ext cx="848365" cy="950159"/>
              <a:chOff x="41662" y="277999"/>
              <a:chExt cx="848365" cy="950159"/>
            </a:xfrm>
          </p:grpSpPr>
          <p:pic>
            <p:nvPicPr>
              <p:cNvPr id="1680" name="Google Shape;1680;p121"/>
              <p:cNvPicPr preferRelativeResize="0"/>
              <p:nvPr/>
            </p:nvPicPr>
            <p:blipFill>
              <a:blip r:embed="rId3">
                <a:alphaModFix/>
              </a:blip>
              <a:stretch>
                <a:fillRect/>
              </a:stretch>
            </p:blipFill>
            <p:spPr>
              <a:xfrm rot="-1083129" flipH="1">
                <a:off x="101303" y="652430"/>
                <a:ext cx="646323" cy="487587"/>
              </a:xfrm>
              <a:prstGeom prst="rect">
                <a:avLst/>
              </a:prstGeom>
              <a:noFill/>
              <a:ln>
                <a:noFill/>
              </a:ln>
              <a:effectLst>
                <a:outerShdw blurRad="57150" dist="19050" dir="5400000" algn="bl" rotWithShape="0">
                  <a:schemeClr val="dk1">
                    <a:alpha val="50000"/>
                  </a:schemeClr>
                </a:outerShdw>
              </a:effectLst>
            </p:spPr>
          </p:pic>
          <p:pic>
            <p:nvPicPr>
              <p:cNvPr id="1681" name="Google Shape;1681;p121"/>
              <p:cNvPicPr preferRelativeResize="0"/>
              <p:nvPr/>
            </p:nvPicPr>
            <p:blipFill>
              <a:blip r:embed="rId3">
                <a:alphaModFix/>
              </a:blip>
              <a:stretch>
                <a:fillRect/>
              </a:stretch>
            </p:blipFill>
            <p:spPr>
              <a:xfrm rot="-5826171" flipH="1">
                <a:off x="570466" y="412512"/>
                <a:ext cx="341359" cy="257531"/>
              </a:xfrm>
              <a:prstGeom prst="rect">
                <a:avLst/>
              </a:prstGeom>
              <a:noFill/>
              <a:ln>
                <a:noFill/>
              </a:ln>
              <a:effectLst>
                <a:outerShdw blurRad="57150" dist="19050" dir="5400000" algn="bl" rotWithShape="0">
                  <a:schemeClr val="dk1">
                    <a:alpha val="50000"/>
                  </a:schemeClr>
                </a:outerShdw>
              </a:effectLst>
            </p:spPr>
          </p:pic>
          <p:pic>
            <p:nvPicPr>
              <p:cNvPr id="1682" name="Google Shape;1682;p121"/>
              <p:cNvPicPr preferRelativeResize="0"/>
              <p:nvPr/>
            </p:nvPicPr>
            <p:blipFill>
              <a:blip r:embed="rId4">
                <a:alphaModFix/>
              </a:blip>
              <a:stretch>
                <a:fillRect/>
              </a:stretch>
            </p:blipFill>
            <p:spPr>
              <a:xfrm rot="-8300824" flipH="1">
                <a:off x="200914" y="402080"/>
                <a:ext cx="447091" cy="193739"/>
              </a:xfrm>
              <a:prstGeom prst="rect">
                <a:avLst/>
              </a:prstGeom>
              <a:noFill/>
              <a:ln>
                <a:noFill/>
              </a:ln>
              <a:effectLst>
                <a:outerShdw blurRad="57150" dist="19050" dir="5400000" algn="bl" rotWithShape="0">
                  <a:schemeClr val="dk1">
                    <a:alpha val="50000"/>
                  </a:schemeClr>
                </a:outerShdw>
              </a:effectLst>
            </p:spPr>
          </p:pic>
        </p:grpSp>
        <p:grpSp>
          <p:nvGrpSpPr>
            <p:cNvPr id="1683" name="Google Shape;1683;p121"/>
            <p:cNvGrpSpPr/>
            <p:nvPr/>
          </p:nvGrpSpPr>
          <p:grpSpPr>
            <a:xfrm>
              <a:off x="2" y="156617"/>
              <a:ext cx="719987" cy="944360"/>
              <a:chOff x="2" y="156617"/>
              <a:chExt cx="719987" cy="944360"/>
            </a:xfrm>
          </p:grpSpPr>
          <p:pic>
            <p:nvPicPr>
              <p:cNvPr id="1684" name="Google Shape;1684;p121"/>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1685" name="Google Shape;1685;p121"/>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sp>
        <p:nvSpPr>
          <p:cNvPr id="1686" name="Google Shape;1686;p12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687"/>
        <p:cNvGrpSpPr/>
        <p:nvPr/>
      </p:nvGrpSpPr>
      <p:grpSpPr>
        <a:xfrm>
          <a:off x="0" y="0"/>
          <a:ext cx="0" cy="0"/>
          <a:chOff x="0" y="0"/>
          <a:chExt cx="0" cy="0"/>
        </a:xfrm>
      </p:grpSpPr>
      <p:pic>
        <p:nvPicPr>
          <p:cNvPr id="1688" name="Google Shape;1688;p122"/>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1689" name="Google Shape;1689;p122"/>
          <p:cNvGrpSpPr/>
          <p:nvPr/>
        </p:nvGrpSpPr>
        <p:grpSpPr>
          <a:xfrm>
            <a:off x="5129400" y="0"/>
            <a:ext cx="4520100" cy="5547325"/>
            <a:chOff x="5129400" y="0"/>
            <a:chExt cx="4520100" cy="5547325"/>
          </a:xfrm>
        </p:grpSpPr>
        <p:sp>
          <p:nvSpPr>
            <p:cNvPr id="1690" name="Google Shape;1690;p122"/>
            <p:cNvSpPr/>
            <p:nvPr/>
          </p:nvSpPr>
          <p:spPr>
            <a:xfrm rot="-5400000" flipH="1">
              <a:off x="6729150" y="3132475"/>
              <a:ext cx="8151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691" name="Google Shape;1691;p122"/>
            <p:cNvSpPr/>
            <p:nvPr/>
          </p:nvSpPr>
          <p:spPr>
            <a:xfrm rot="10800000" flipH="1">
              <a:off x="8648400" y="0"/>
              <a:ext cx="1001100" cy="2325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1692" name="Google Shape;1692;p122"/>
          <p:cNvGrpSpPr/>
          <p:nvPr/>
        </p:nvGrpSpPr>
        <p:grpSpPr>
          <a:xfrm>
            <a:off x="2" y="156617"/>
            <a:ext cx="9088698" cy="4882915"/>
            <a:chOff x="2" y="156617"/>
            <a:chExt cx="9088698" cy="4882915"/>
          </a:xfrm>
        </p:grpSpPr>
        <p:grpSp>
          <p:nvGrpSpPr>
            <p:cNvPr id="1693" name="Google Shape;1693;p122"/>
            <p:cNvGrpSpPr/>
            <p:nvPr/>
          </p:nvGrpSpPr>
          <p:grpSpPr>
            <a:xfrm>
              <a:off x="2" y="156617"/>
              <a:ext cx="719987" cy="944360"/>
              <a:chOff x="2" y="156617"/>
              <a:chExt cx="719987" cy="944360"/>
            </a:xfrm>
          </p:grpSpPr>
          <p:pic>
            <p:nvPicPr>
              <p:cNvPr id="1694" name="Google Shape;1694;p122"/>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1695" name="Google Shape;1695;p122"/>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nvGrpSpPr>
            <p:cNvPr id="1696" name="Google Shape;1696;p122"/>
            <p:cNvGrpSpPr/>
            <p:nvPr/>
          </p:nvGrpSpPr>
          <p:grpSpPr>
            <a:xfrm>
              <a:off x="7986262" y="4462366"/>
              <a:ext cx="1102438" cy="577167"/>
              <a:chOff x="359837" y="4401391"/>
              <a:chExt cx="1102438" cy="577167"/>
            </a:xfrm>
          </p:grpSpPr>
          <p:pic>
            <p:nvPicPr>
              <p:cNvPr id="1697" name="Google Shape;1697;p122"/>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1698" name="Google Shape;1698;p122"/>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sp>
        <p:nvSpPr>
          <p:cNvPr id="1699" name="Google Shape;1699;p1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700" name="Google Shape;1700;p122"/>
          <p:cNvSpPr txBox="1">
            <a:spLocks noGrp="1"/>
          </p:cNvSpPr>
          <p:nvPr>
            <p:ph type="subTitle" idx="1"/>
          </p:nvPr>
        </p:nvSpPr>
        <p:spPr>
          <a:xfrm>
            <a:off x="2110300" y="1995300"/>
            <a:ext cx="2237700" cy="6654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1701" name="Google Shape;1701;p122"/>
          <p:cNvSpPr txBox="1">
            <a:spLocks noGrp="1"/>
          </p:cNvSpPr>
          <p:nvPr>
            <p:ph type="subTitle" idx="2"/>
          </p:nvPr>
        </p:nvSpPr>
        <p:spPr>
          <a:xfrm>
            <a:off x="5910410" y="1995300"/>
            <a:ext cx="2237700" cy="6654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1702" name="Google Shape;1702;p122"/>
          <p:cNvSpPr txBox="1">
            <a:spLocks noGrp="1"/>
          </p:cNvSpPr>
          <p:nvPr>
            <p:ph type="subTitle" idx="3"/>
          </p:nvPr>
        </p:nvSpPr>
        <p:spPr>
          <a:xfrm>
            <a:off x="2110300" y="3624532"/>
            <a:ext cx="2237700" cy="6654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1703" name="Google Shape;1703;p122"/>
          <p:cNvSpPr txBox="1">
            <a:spLocks noGrp="1"/>
          </p:cNvSpPr>
          <p:nvPr>
            <p:ph type="subTitle" idx="4"/>
          </p:nvPr>
        </p:nvSpPr>
        <p:spPr>
          <a:xfrm>
            <a:off x="5910410" y="3624532"/>
            <a:ext cx="2237700" cy="6654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1704" name="Google Shape;1704;p122"/>
          <p:cNvSpPr txBox="1">
            <a:spLocks noGrp="1"/>
          </p:cNvSpPr>
          <p:nvPr>
            <p:ph type="subTitle" idx="5"/>
          </p:nvPr>
        </p:nvSpPr>
        <p:spPr>
          <a:xfrm>
            <a:off x="2110300" y="1565900"/>
            <a:ext cx="2237700" cy="5055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1705" name="Google Shape;1705;p122"/>
          <p:cNvSpPr txBox="1">
            <a:spLocks noGrp="1"/>
          </p:cNvSpPr>
          <p:nvPr>
            <p:ph type="subTitle" idx="6"/>
          </p:nvPr>
        </p:nvSpPr>
        <p:spPr>
          <a:xfrm>
            <a:off x="2110300" y="3195232"/>
            <a:ext cx="2237700" cy="5055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1706" name="Google Shape;1706;p122"/>
          <p:cNvSpPr txBox="1">
            <a:spLocks noGrp="1"/>
          </p:cNvSpPr>
          <p:nvPr>
            <p:ph type="subTitle" idx="7"/>
          </p:nvPr>
        </p:nvSpPr>
        <p:spPr>
          <a:xfrm>
            <a:off x="5910406" y="1565900"/>
            <a:ext cx="2237700" cy="5055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1707" name="Google Shape;1707;p122"/>
          <p:cNvSpPr txBox="1">
            <a:spLocks noGrp="1"/>
          </p:cNvSpPr>
          <p:nvPr>
            <p:ph type="subTitle" idx="8"/>
          </p:nvPr>
        </p:nvSpPr>
        <p:spPr>
          <a:xfrm>
            <a:off x="5910406" y="3195232"/>
            <a:ext cx="2237700" cy="5055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1708" name="Google Shape;1708;p12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matchingName="Title and five columns">
  <p:cSld name="CUSTOM_7_1">
    <p:spTree>
      <p:nvGrpSpPr>
        <p:cNvPr id="1" name="Shape 1709"/>
        <p:cNvGrpSpPr/>
        <p:nvPr/>
      </p:nvGrpSpPr>
      <p:grpSpPr>
        <a:xfrm>
          <a:off x="0" y="0"/>
          <a:ext cx="0" cy="0"/>
          <a:chOff x="0" y="0"/>
          <a:chExt cx="0" cy="0"/>
        </a:xfrm>
      </p:grpSpPr>
      <p:pic>
        <p:nvPicPr>
          <p:cNvPr id="1710" name="Google Shape;1710;p123"/>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711" name="Google Shape;1711;p1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712" name="Google Shape;1712;p123"/>
          <p:cNvSpPr txBox="1">
            <a:spLocks noGrp="1"/>
          </p:cNvSpPr>
          <p:nvPr>
            <p:ph type="subTitle" idx="1"/>
          </p:nvPr>
        </p:nvSpPr>
        <p:spPr>
          <a:xfrm>
            <a:off x="1108627" y="2149200"/>
            <a:ext cx="19860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713" name="Google Shape;1713;p123"/>
          <p:cNvSpPr txBox="1">
            <a:spLocks noGrp="1"/>
          </p:cNvSpPr>
          <p:nvPr>
            <p:ph type="subTitle" idx="2"/>
          </p:nvPr>
        </p:nvSpPr>
        <p:spPr>
          <a:xfrm>
            <a:off x="3579000" y="2149200"/>
            <a:ext cx="19860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714" name="Google Shape;1714;p123"/>
          <p:cNvSpPr txBox="1">
            <a:spLocks noGrp="1"/>
          </p:cNvSpPr>
          <p:nvPr>
            <p:ph type="subTitle" idx="3"/>
          </p:nvPr>
        </p:nvSpPr>
        <p:spPr>
          <a:xfrm>
            <a:off x="2191413" y="3579425"/>
            <a:ext cx="19860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715" name="Google Shape;1715;p123"/>
          <p:cNvSpPr txBox="1">
            <a:spLocks noGrp="1"/>
          </p:cNvSpPr>
          <p:nvPr>
            <p:ph type="subTitle" idx="4"/>
          </p:nvPr>
        </p:nvSpPr>
        <p:spPr>
          <a:xfrm>
            <a:off x="6049373" y="2149200"/>
            <a:ext cx="19860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716" name="Google Shape;1716;p123"/>
          <p:cNvSpPr txBox="1">
            <a:spLocks noGrp="1"/>
          </p:cNvSpPr>
          <p:nvPr>
            <p:ph type="subTitle" idx="5"/>
          </p:nvPr>
        </p:nvSpPr>
        <p:spPr>
          <a:xfrm>
            <a:off x="4966587" y="3579425"/>
            <a:ext cx="19860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717" name="Google Shape;1717;p123"/>
          <p:cNvSpPr txBox="1">
            <a:spLocks noGrp="1"/>
          </p:cNvSpPr>
          <p:nvPr>
            <p:ph type="subTitle" idx="6"/>
          </p:nvPr>
        </p:nvSpPr>
        <p:spPr>
          <a:xfrm>
            <a:off x="1109527" y="1656599"/>
            <a:ext cx="19842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1718" name="Google Shape;1718;p123"/>
          <p:cNvSpPr txBox="1">
            <a:spLocks noGrp="1"/>
          </p:cNvSpPr>
          <p:nvPr>
            <p:ph type="subTitle" idx="7"/>
          </p:nvPr>
        </p:nvSpPr>
        <p:spPr>
          <a:xfrm>
            <a:off x="3579900" y="1656599"/>
            <a:ext cx="19842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1719" name="Google Shape;1719;p123"/>
          <p:cNvSpPr txBox="1">
            <a:spLocks noGrp="1"/>
          </p:cNvSpPr>
          <p:nvPr>
            <p:ph type="subTitle" idx="8"/>
          </p:nvPr>
        </p:nvSpPr>
        <p:spPr>
          <a:xfrm>
            <a:off x="6050273" y="1656599"/>
            <a:ext cx="19842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1720" name="Google Shape;1720;p123"/>
          <p:cNvSpPr txBox="1">
            <a:spLocks noGrp="1"/>
          </p:cNvSpPr>
          <p:nvPr>
            <p:ph type="subTitle" idx="9"/>
          </p:nvPr>
        </p:nvSpPr>
        <p:spPr>
          <a:xfrm>
            <a:off x="2192313" y="3086800"/>
            <a:ext cx="19842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1721" name="Google Shape;1721;p123"/>
          <p:cNvSpPr txBox="1">
            <a:spLocks noGrp="1"/>
          </p:cNvSpPr>
          <p:nvPr>
            <p:ph type="subTitle" idx="13"/>
          </p:nvPr>
        </p:nvSpPr>
        <p:spPr>
          <a:xfrm>
            <a:off x="4967487" y="3086800"/>
            <a:ext cx="19842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grpSp>
        <p:nvGrpSpPr>
          <p:cNvPr id="1722" name="Google Shape;1722;p123"/>
          <p:cNvGrpSpPr/>
          <p:nvPr/>
        </p:nvGrpSpPr>
        <p:grpSpPr>
          <a:xfrm>
            <a:off x="2" y="156617"/>
            <a:ext cx="719987" cy="944360"/>
            <a:chOff x="2" y="156617"/>
            <a:chExt cx="719987" cy="944360"/>
          </a:xfrm>
        </p:grpSpPr>
        <p:pic>
          <p:nvPicPr>
            <p:cNvPr id="1723" name="Google Shape;1723;p123"/>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1724" name="Google Shape;1724;p123"/>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nvGrpSpPr>
          <p:cNvPr id="1725" name="Google Shape;1725;p123"/>
          <p:cNvGrpSpPr/>
          <p:nvPr/>
        </p:nvGrpSpPr>
        <p:grpSpPr>
          <a:xfrm>
            <a:off x="0" y="2817900"/>
            <a:ext cx="9640900" cy="2932900"/>
            <a:chOff x="0" y="2817900"/>
            <a:chExt cx="9640900" cy="2932900"/>
          </a:xfrm>
        </p:grpSpPr>
        <p:sp>
          <p:nvSpPr>
            <p:cNvPr id="1726" name="Google Shape;1726;p123"/>
            <p:cNvSpPr/>
            <p:nvPr/>
          </p:nvSpPr>
          <p:spPr>
            <a:xfrm rot="5400000">
              <a:off x="1599750" y="3132475"/>
              <a:ext cx="8151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727" name="Google Shape;1727;p123"/>
            <p:cNvSpPr/>
            <p:nvPr/>
          </p:nvSpPr>
          <p:spPr>
            <a:xfrm flipH="1">
              <a:off x="110675" y="4545700"/>
              <a:ext cx="1205100" cy="1205100"/>
            </a:xfrm>
            <a:prstGeom prst="blockArc">
              <a:avLst>
                <a:gd name="adj1" fmla="val 10800000"/>
                <a:gd name="adj2" fmla="val 93824"/>
                <a:gd name="adj3" fmla="val 19896"/>
              </a:avLst>
            </a:prstGeom>
            <a:solidFill>
              <a:srgbClr val="B3BB7B">
                <a:alpha val="5157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728" name="Google Shape;1728;p123"/>
            <p:cNvSpPr/>
            <p:nvPr/>
          </p:nvSpPr>
          <p:spPr>
            <a:xfrm flipH="1">
              <a:off x="8639800" y="2817900"/>
              <a:ext cx="1001100" cy="2325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1729" name="Google Shape;1729;p12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730"/>
        <p:cNvGrpSpPr/>
        <p:nvPr/>
      </p:nvGrpSpPr>
      <p:grpSpPr>
        <a:xfrm>
          <a:off x="0" y="0"/>
          <a:ext cx="0" cy="0"/>
          <a:chOff x="0" y="0"/>
          <a:chExt cx="0" cy="0"/>
        </a:xfrm>
      </p:grpSpPr>
      <p:pic>
        <p:nvPicPr>
          <p:cNvPr id="1731" name="Google Shape;1731;p124"/>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732" name="Google Shape;1732;p12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733" name="Google Shape;1733;p124"/>
          <p:cNvSpPr txBox="1">
            <a:spLocks noGrp="1"/>
          </p:cNvSpPr>
          <p:nvPr>
            <p:ph type="subTitle" idx="1"/>
          </p:nvPr>
        </p:nvSpPr>
        <p:spPr>
          <a:xfrm>
            <a:off x="719954" y="2149201"/>
            <a:ext cx="22089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734" name="Google Shape;1734;p124"/>
          <p:cNvSpPr txBox="1">
            <a:spLocks noGrp="1"/>
          </p:cNvSpPr>
          <p:nvPr>
            <p:ph type="subTitle" idx="2"/>
          </p:nvPr>
        </p:nvSpPr>
        <p:spPr>
          <a:xfrm>
            <a:off x="3467550" y="2149201"/>
            <a:ext cx="22089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735" name="Google Shape;1735;p124"/>
          <p:cNvSpPr txBox="1">
            <a:spLocks noGrp="1"/>
          </p:cNvSpPr>
          <p:nvPr>
            <p:ph type="subTitle" idx="3"/>
          </p:nvPr>
        </p:nvSpPr>
        <p:spPr>
          <a:xfrm>
            <a:off x="719954" y="3579425"/>
            <a:ext cx="22089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736" name="Google Shape;1736;p124"/>
          <p:cNvSpPr txBox="1">
            <a:spLocks noGrp="1"/>
          </p:cNvSpPr>
          <p:nvPr>
            <p:ph type="subTitle" idx="4"/>
          </p:nvPr>
        </p:nvSpPr>
        <p:spPr>
          <a:xfrm>
            <a:off x="3467550" y="3579425"/>
            <a:ext cx="22089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737" name="Google Shape;1737;p124"/>
          <p:cNvSpPr txBox="1">
            <a:spLocks noGrp="1"/>
          </p:cNvSpPr>
          <p:nvPr>
            <p:ph type="subTitle" idx="5"/>
          </p:nvPr>
        </p:nvSpPr>
        <p:spPr>
          <a:xfrm>
            <a:off x="6215146" y="2149201"/>
            <a:ext cx="22089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738" name="Google Shape;1738;p124"/>
          <p:cNvSpPr txBox="1">
            <a:spLocks noGrp="1"/>
          </p:cNvSpPr>
          <p:nvPr>
            <p:ph type="subTitle" idx="6"/>
          </p:nvPr>
        </p:nvSpPr>
        <p:spPr>
          <a:xfrm>
            <a:off x="6215146" y="3579425"/>
            <a:ext cx="22089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739" name="Google Shape;1739;p124"/>
          <p:cNvSpPr txBox="1">
            <a:spLocks noGrp="1"/>
          </p:cNvSpPr>
          <p:nvPr>
            <p:ph type="subTitle" idx="7"/>
          </p:nvPr>
        </p:nvSpPr>
        <p:spPr>
          <a:xfrm>
            <a:off x="720955" y="1656600"/>
            <a:ext cx="22071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1740" name="Google Shape;1740;p124"/>
          <p:cNvSpPr txBox="1">
            <a:spLocks noGrp="1"/>
          </p:cNvSpPr>
          <p:nvPr>
            <p:ph type="subTitle" idx="8"/>
          </p:nvPr>
        </p:nvSpPr>
        <p:spPr>
          <a:xfrm>
            <a:off x="3468551" y="1656600"/>
            <a:ext cx="22071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1741" name="Google Shape;1741;p124"/>
          <p:cNvSpPr txBox="1">
            <a:spLocks noGrp="1"/>
          </p:cNvSpPr>
          <p:nvPr>
            <p:ph type="subTitle" idx="9"/>
          </p:nvPr>
        </p:nvSpPr>
        <p:spPr>
          <a:xfrm>
            <a:off x="6216147" y="1656600"/>
            <a:ext cx="22071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1742" name="Google Shape;1742;p124"/>
          <p:cNvSpPr txBox="1">
            <a:spLocks noGrp="1"/>
          </p:cNvSpPr>
          <p:nvPr>
            <p:ph type="subTitle" idx="13"/>
          </p:nvPr>
        </p:nvSpPr>
        <p:spPr>
          <a:xfrm>
            <a:off x="720955" y="3086800"/>
            <a:ext cx="22071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1743" name="Google Shape;1743;p124"/>
          <p:cNvSpPr txBox="1">
            <a:spLocks noGrp="1"/>
          </p:cNvSpPr>
          <p:nvPr>
            <p:ph type="subTitle" idx="14"/>
          </p:nvPr>
        </p:nvSpPr>
        <p:spPr>
          <a:xfrm>
            <a:off x="3468551" y="3086800"/>
            <a:ext cx="22071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sp>
        <p:nvSpPr>
          <p:cNvPr id="1744" name="Google Shape;1744;p124"/>
          <p:cNvSpPr txBox="1">
            <a:spLocks noGrp="1"/>
          </p:cNvSpPr>
          <p:nvPr>
            <p:ph type="subTitle" idx="15"/>
          </p:nvPr>
        </p:nvSpPr>
        <p:spPr>
          <a:xfrm>
            <a:off x="6216147" y="3086800"/>
            <a:ext cx="2207100" cy="492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a:endParaRPr/>
          </a:p>
        </p:txBody>
      </p:sp>
      <p:grpSp>
        <p:nvGrpSpPr>
          <p:cNvPr id="1745" name="Google Shape;1745;p124"/>
          <p:cNvGrpSpPr/>
          <p:nvPr/>
        </p:nvGrpSpPr>
        <p:grpSpPr>
          <a:xfrm>
            <a:off x="-501600" y="128825"/>
            <a:ext cx="10252550" cy="5418500"/>
            <a:chOff x="-501600" y="128825"/>
            <a:chExt cx="10252550" cy="5418500"/>
          </a:xfrm>
        </p:grpSpPr>
        <p:sp>
          <p:nvSpPr>
            <p:cNvPr id="1746" name="Google Shape;1746;p124"/>
            <p:cNvSpPr/>
            <p:nvPr/>
          </p:nvSpPr>
          <p:spPr>
            <a:xfrm rot="-5400000" flipH="1">
              <a:off x="6729150" y="3132475"/>
              <a:ext cx="8151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747" name="Google Shape;1747;p124"/>
            <p:cNvSpPr/>
            <p:nvPr/>
          </p:nvSpPr>
          <p:spPr>
            <a:xfrm rot="-5400000" flipH="1">
              <a:off x="8545850" y="128825"/>
              <a:ext cx="1205100" cy="1205100"/>
            </a:xfrm>
            <a:prstGeom prst="blockArc">
              <a:avLst>
                <a:gd name="adj1" fmla="val 10800000"/>
                <a:gd name="adj2" fmla="val 93824"/>
                <a:gd name="adj3" fmla="val 198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748" name="Google Shape;1748;p124"/>
            <p:cNvSpPr/>
            <p:nvPr/>
          </p:nvSpPr>
          <p:spPr>
            <a:xfrm flipH="1">
              <a:off x="-501600" y="2817900"/>
              <a:ext cx="1001100" cy="2325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1749" name="Google Shape;1749;p124"/>
          <p:cNvGrpSpPr/>
          <p:nvPr/>
        </p:nvGrpSpPr>
        <p:grpSpPr>
          <a:xfrm>
            <a:off x="2" y="156617"/>
            <a:ext cx="9088698" cy="4882915"/>
            <a:chOff x="2" y="156617"/>
            <a:chExt cx="9088698" cy="4882915"/>
          </a:xfrm>
        </p:grpSpPr>
        <p:grpSp>
          <p:nvGrpSpPr>
            <p:cNvPr id="1750" name="Google Shape;1750;p124"/>
            <p:cNvGrpSpPr/>
            <p:nvPr/>
          </p:nvGrpSpPr>
          <p:grpSpPr>
            <a:xfrm>
              <a:off x="2" y="156617"/>
              <a:ext cx="719987" cy="944360"/>
              <a:chOff x="2" y="156617"/>
              <a:chExt cx="719987" cy="944360"/>
            </a:xfrm>
          </p:grpSpPr>
          <p:pic>
            <p:nvPicPr>
              <p:cNvPr id="1751" name="Google Shape;1751;p124"/>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1752" name="Google Shape;1752;p124"/>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nvGrpSpPr>
            <p:cNvPr id="1753" name="Google Shape;1753;p124"/>
            <p:cNvGrpSpPr/>
            <p:nvPr/>
          </p:nvGrpSpPr>
          <p:grpSpPr>
            <a:xfrm>
              <a:off x="7986262" y="4462366"/>
              <a:ext cx="1102438" cy="577167"/>
              <a:chOff x="359837" y="4401391"/>
              <a:chExt cx="1102438" cy="577167"/>
            </a:xfrm>
          </p:grpSpPr>
          <p:pic>
            <p:nvPicPr>
              <p:cNvPr id="1754" name="Google Shape;1754;p124"/>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1755" name="Google Shape;1755;p124"/>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sp>
        <p:nvSpPr>
          <p:cNvPr id="1756" name="Google Shape;1756;p12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1757"/>
        <p:cNvGrpSpPr/>
        <p:nvPr/>
      </p:nvGrpSpPr>
      <p:grpSpPr>
        <a:xfrm>
          <a:off x="0" y="0"/>
          <a:ext cx="0" cy="0"/>
          <a:chOff x="0" y="0"/>
          <a:chExt cx="0" cy="0"/>
        </a:xfrm>
      </p:grpSpPr>
      <p:pic>
        <p:nvPicPr>
          <p:cNvPr id="1758" name="Google Shape;1758;p125"/>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759" name="Google Shape;1759;p1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grpSp>
        <p:nvGrpSpPr>
          <p:cNvPr id="1760" name="Google Shape;1760;p125"/>
          <p:cNvGrpSpPr/>
          <p:nvPr/>
        </p:nvGrpSpPr>
        <p:grpSpPr>
          <a:xfrm>
            <a:off x="2" y="156617"/>
            <a:ext cx="719987" cy="944360"/>
            <a:chOff x="2" y="156617"/>
            <a:chExt cx="719987" cy="944360"/>
          </a:xfrm>
        </p:grpSpPr>
        <p:pic>
          <p:nvPicPr>
            <p:cNvPr id="1761" name="Google Shape;1761;p125"/>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1762" name="Google Shape;1762;p125"/>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nvGrpSpPr>
          <p:cNvPr id="1763" name="Google Shape;1763;p125"/>
          <p:cNvGrpSpPr/>
          <p:nvPr/>
        </p:nvGrpSpPr>
        <p:grpSpPr>
          <a:xfrm>
            <a:off x="0" y="0"/>
            <a:ext cx="9569050" cy="5569647"/>
            <a:chOff x="0" y="0"/>
            <a:chExt cx="9569050" cy="5569647"/>
          </a:xfrm>
        </p:grpSpPr>
        <p:sp>
          <p:nvSpPr>
            <p:cNvPr id="1764" name="Google Shape;1764;p125"/>
            <p:cNvSpPr/>
            <p:nvPr/>
          </p:nvSpPr>
          <p:spPr>
            <a:xfrm rot="5400000">
              <a:off x="1593450" y="3148497"/>
              <a:ext cx="8277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765" name="Google Shape;1765;p125"/>
            <p:cNvSpPr/>
            <p:nvPr/>
          </p:nvSpPr>
          <p:spPr>
            <a:xfrm rot="10800000">
              <a:off x="8741350" y="0"/>
              <a:ext cx="827700" cy="23787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1766" name="Google Shape;1766;p12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matchingName="Title only 2">
  <p:cSld name="TITLE_ONLY_1_1">
    <p:spTree>
      <p:nvGrpSpPr>
        <p:cNvPr id="1" name="Shape 1767"/>
        <p:cNvGrpSpPr/>
        <p:nvPr/>
      </p:nvGrpSpPr>
      <p:grpSpPr>
        <a:xfrm>
          <a:off x="0" y="0"/>
          <a:ext cx="0" cy="0"/>
          <a:chOff x="0" y="0"/>
          <a:chExt cx="0" cy="0"/>
        </a:xfrm>
      </p:grpSpPr>
      <p:pic>
        <p:nvPicPr>
          <p:cNvPr id="1768" name="Google Shape;1768;p126"/>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769" name="Google Shape;1769;p1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grpSp>
        <p:nvGrpSpPr>
          <p:cNvPr id="1770" name="Google Shape;1770;p126"/>
          <p:cNvGrpSpPr/>
          <p:nvPr/>
        </p:nvGrpSpPr>
        <p:grpSpPr>
          <a:xfrm>
            <a:off x="2" y="156617"/>
            <a:ext cx="719987" cy="944360"/>
            <a:chOff x="2" y="156617"/>
            <a:chExt cx="719987" cy="944360"/>
          </a:xfrm>
        </p:grpSpPr>
        <p:pic>
          <p:nvPicPr>
            <p:cNvPr id="1771" name="Google Shape;1771;p126"/>
            <p:cNvPicPr preferRelativeResize="0"/>
            <p:nvPr/>
          </p:nvPicPr>
          <p:blipFill>
            <a:blip r:embed="rId3">
              <a:alphaModFix/>
            </a:blip>
            <a:stretch>
              <a:fillRect/>
            </a:stretch>
          </p:blipFill>
          <p:spPr>
            <a:xfrm rot="-1083101" flipH="1">
              <a:off x="52781" y="591511"/>
              <a:ext cx="571953" cy="431470"/>
            </a:xfrm>
            <a:prstGeom prst="rect">
              <a:avLst/>
            </a:prstGeom>
            <a:noFill/>
            <a:ln>
              <a:noFill/>
            </a:ln>
            <a:effectLst>
              <a:outerShdw blurRad="57150" dist="19050" dir="5400000" algn="bl" rotWithShape="0">
                <a:schemeClr val="dk1">
                  <a:alpha val="50000"/>
                </a:schemeClr>
              </a:outerShdw>
            </a:effectLst>
          </p:spPr>
        </p:pic>
        <p:pic>
          <p:nvPicPr>
            <p:cNvPr id="1772" name="Google Shape;1772;p126"/>
            <p:cNvPicPr preferRelativeResize="0"/>
            <p:nvPr/>
          </p:nvPicPr>
          <p:blipFill>
            <a:blip r:embed="rId4">
              <a:alphaModFix/>
            </a:blip>
            <a:stretch>
              <a:fillRect/>
            </a:stretch>
          </p:blipFill>
          <p:spPr>
            <a:xfrm rot="-7447720" flipH="1">
              <a:off x="199687" y="329411"/>
              <a:ext cx="542048" cy="234885"/>
            </a:xfrm>
            <a:prstGeom prst="rect">
              <a:avLst/>
            </a:prstGeom>
            <a:noFill/>
            <a:ln>
              <a:noFill/>
            </a:ln>
            <a:effectLst>
              <a:outerShdw blurRad="57150" dist="19050" dir="5400000" algn="bl" rotWithShape="0">
                <a:schemeClr val="dk1">
                  <a:alpha val="50000"/>
                </a:schemeClr>
              </a:outerShdw>
            </a:effectLst>
          </p:spPr>
        </p:pic>
      </p:grpSp>
      <p:grpSp>
        <p:nvGrpSpPr>
          <p:cNvPr id="1773" name="Google Shape;1773;p126"/>
          <p:cNvGrpSpPr/>
          <p:nvPr/>
        </p:nvGrpSpPr>
        <p:grpSpPr>
          <a:xfrm>
            <a:off x="0" y="0"/>
            <a:ext cx="9569050" cy="5569647"/>
            <a:chOff x="0" y="0"/>
            <a:chExt cx="9569050" cy="5569647"/>
          </a:xfrm>
        </p:grpSpPr>
        <p:sp>
          <p:nvSpPr>
            <p:cNvPr id="1774" name="Google Shape;1774;p126"/>
            <p:cNvSpPr/>
            <p:nvPr/>
          </p:nvSpPr>
          <p:spPr>
            <a:xfrm rot="5400000">
              <a:off x="1593450" y="3148497"/>
              <a:ext cx="8277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775" name="Google Shape;1775;p126"/>
            <p:cNvSpPr/>
            <p:nvPr/>
          </p:nvSpPr>
          <p:spPr>
            <a:xfrm rot="10800000">
              <a:off x="8741350" y="0"/>
              <a:ext cx="827700" cy="23787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1776" name="Google Shape;1776;p12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1777"/>
        <p:cNvGrpSpPr/>
        <p:nvPr/>
      </p:nvGrpSpPr>
      <p:grpSpPr>
        <a:xfrm>
          <a:off x="0" y="0"/>
          <a:ext cx="0" cy="0"/>
          <a:chOff x="0" y="0"/>
          <a:chExt cx="0" cy="0"/>
        </a:xfrm>
      </p:grpSpPr>
      <p:pic>
        <p:nvPicPr>
          <p:cNvPr id="1778" name="Google Shape;1778;p127"/>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779" name="Google Shape;1779;p127"/>
          <p:cNvSpPr txBox="1">
            <a:spLocks noGrp="1"/>
          </p:cNvSpPr>
          <p:nvPr>
            <p:ph type="title" hasCustomPrompt="1"/>
          </p:nvPr>
        </p:nvSpPr>
        <p:spPr>
          <a:xfrm>
            <a:off x="2223600" y="615701"/>
            <a:ext cx="4696800" cy="637500"/>
          </a:xfrm>
          <a:prstGeom prst="rect">
            <a:avLst/>
          </a:prstGeom>
          <a:noFill/>
        </p:spPr>
        <p:txBody>
          <a:bodyPr spcFirstLastPara="1" wrap="square" lIns="91425" tIns="91425" rIns="91425" bIns="91425" anchor="b" anchorCtr="0">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1780" name="Google Shape;1780;p127"/>
          <p:cNvSpPr txBox="1">
            <a:spLocks noGrp="1"/>
          </p:cNvSpPr>
          <p:nvPr>
            <p:ph type="subTitle" idx="1"/>
          </p:nvPr>
        </p:nvSpPr>
        <p:spPr>
          <a:xfrm>
            <a:off x="2223600" y="1097025"/>
            <a:ext cx="4696800" cy="3981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1781" name="Google Shape;1781;p127"/>
          <p:cNvSpPr txBox="1">
            <a:spLocks noGrp="1"/>
          </p:cNvSpPr>
          <p:nvPr>
            <p:ph type="title" idx="2" hasCustomPrompt="1"/>
          </p:nvPr>
        </p:nvSpPr>
        <p:spPr>
          <a:xfrm>
            <a:off x="2223600" y="2170138"/>
            <a:ext cx="4696800" cy="637500"/>
          </a:xfrm>
          <a:prstGeom prst="rect">
            <a:avLst/>
          </a:prstGeom>
          <a:noFill/>
        </p:spPr>
        <p:txBody>
          <a:bodyPr spcFirstLastPara="1" wrap="square" lIns="91425" tIns="91425" rIns="91425" bIns="91425" anchor="b" anchorCtr="0">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1782" name="Google Shape;1782;p127"/>
          <p:cNvSpPr txBox="1">
            <a:spLocks noGrp="1"/>
          </p:cNvSpPr>
          <p:nvPr>
            <p:ph type="subTitle" idx="3"/>
          </p:nvPr>
        </p:nvSpPr>
        <p:spPr>
          <a:xfrm>
            <a:off x="2223600" y="2651461"/>
            <a:ext cx="4696800" cy="3981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1783" name="Google Shape;1783;p127"/>
          <p:cNvSpPr txBox="1">
            <a:spLocks noGrp="1"/>
          </p:cNvSpPr>
          <p:nvPr>
            <p:ph type="title" idx="4" hasCustomPrompt="1"/>
          </p:nvPr>
        </p:nvSpPr>
        <p:spPr>
          <a:xfrm>
            <a:off x="2223600" y="3724574"/>
            <a:ext cx="4696800" cy="637500"/>
          </a:xfrm>
          <a:prstGeom prst="rect">
            <a:avLst/>
          </a:prstGeom>
          <a:noFill/>
        </p:spPr>
        <p:txBody>
          <a:bodyPr spcFirstLastPara="1" wrap="square" lIns="91425" tIns="91425" rIns="91425" bIns="91425" anchor="b" anchorCtr="0">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1784" name="Google Shape;1784;p127"/>
          <p:cNvSpPr txBox="1">
            <a:spLocks noGrp="1"/>
          </p:cNvSpPr>
          <p:nvPr>
            <p:ph type="subTitle" idx="5"/>
          </p:nvPr>
        </p:nvSpPr>
        <p:spPr>
          <a:xfrm>
            <a:off x="2223600" y="4205896"/>
            <a:ext cx="4696800" cy="3981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endParaRPr/>
          </a:p>
        </p:txBody>
      </p:sp>
      <p:grpSp>
        <p:nvGrpSpPr>
          <p:cNvPr id="1785" name="Google Shape;1785;p127"/>
          <p:cNvGrpSpPr/>
          <p:nvPr/>
        </p:nvGrpSpPr>
        <p:grpSpPr>
          <a:xfrm>
            <a:off x="-601700" y="0"/>
            <a:ext cx="10705100" cy="4676150"/>
            <a:chOff x="-601700" y="0"/>
            <a:chExt cx="10705100" cy="4676150"/>
          </a:xfrm>
        </p:grpSpPr>
        <p:sp>
          <p:nvSpPr>
            <p:cNvPr id="1786" name="Google Shape;1786;p127"/>
            <p:cNvSpPr/>
            <p:nvPr/>
          </p:nvSpPr>
          <p:spPr>
            <a:xfrm rot="-5400000">
              <a:off x="8206500" y="2779250"/>
              <a:ext cx="1896900" cy="1896900"/>
            </a:xfrm>
            <a:prstGeom prst="blockArc">
              <a:avLst>
                <a:gd name="adj1" fmla="val 10800000"/>
                <a:gd name="adj2" fmla="val 21596677"/>
                <a:gd name="adj3" fmla="val 11819"/>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1787" name="Google Shape;1787;p127"/>
            <p:cNvGrpSpPr/>
            <p:nvPr/>
          </p:nvGrpSpPr>
          <p:grpSpPr>
            <a:xfrm rot="5400000">
              <a:off x="-2006450" y="1404750"/>
              <a:ext cx="4014600" cy="1205100"/>
              <a:chOff x="150" y="4543750"/>
              <a:chExt cx="4014600" cy="1205100"/>
            </a:xfrm>
          </p:grpSpPr>
          <p:sp>
            <p:nvSpPr>
              <p:cNvPr id="1788" name="Google Shape;1788;p127"/>
              <p:cNvSpPr/>
              <p:nvPr/>
            </p:nvSpPr>
            <p:spPr>
              <a:xfrm rot="5400000">
                <a:off x="1622250" y="3110125"/>
                <a:ext cx="7704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789" name="Google Shape;1789;p127"/>
              <p:cNvSpPr/>
              <p:nvPr/>
            </p:nvSpPr>
            <p:spPr>
              <a:xfrm>
                <a:off x="2283875" y="4543750"/>
                <a:ext cx="1205100" cy="1205100"/>
              </a:xfrm>
              <a:prstGeom prst="blockArc">
                <a:avLst>
                  <a:gd name="adj1" fmla="val 10800000"/>
                  <a:gd name="adj2" fmla="val 93824"/>
                  <a:gd name="adj3" fmla="val 19896"/>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grpSp>
        <p:nvGrpSpPr>
          <p:cNvPr id="1790" name="Google Shape;1790;p127"/>
          <p:cNvGrpSpPr/>
          <p:nvPr/>
        </p:nvGrpSpPr>
        <p:grpSpPr>
          <a:xfrm>
            <a:off x="8206512" y="4230524"/>
            <a:ext cx="848365" cy="950159"/>
            <a:chOff x="41662" y="277999"/>
            <a:chExt cx="848365" cy="950159"/>
          </a:xfrm>
        </p:grpSpPr>
        <p:pic>
          <p:nvPicPr>
            <p:cNvPr id="1791" name="Google Shape;1791;p127"/>
            <p:cNvPicPr preferRelativeResize="0"/>
            <p:nvPr/>
          </p:nvPicPr>
          <p:blipFill>
            <a:blip r:embed="rId3">
              <a:alphaModFix/>
            </a:blip>
            <a:stretch>
              <a:fillRect/>
            </a:stretch>
          </p:blipFill>
          <p:spPr>
            <a:xfrm rot="-1083129" flipH="1">
              <a:off x="101303" y="652430"/>
              <a:ext cx="646323" cy="487587"/>
            </a:xfrm>
            <a:prstGeom prst="rect">
              <a:avLst/>
            </a:prstGeom>
            <a:noFill/>
            <a:ln>
              <a:noFill/>
            </a:ln>
            <a:effectLst>
              <a:outerShdw blurRad="57150" dist="19050" dir="5400000" algn="bl" rotWithShape="0">
                <a:schemeClr val="dk1">
                  <a:alpha val="50000"/>
                </a:schemeClr>
              </a:outerShdw>
            </a:effectLst>
          </p:spPr>
        </p:pic>
        <p:pic>
          <p:nvPicPr>
            <p:cNvPr id="1792" name="Google Shape;1792;p127"/>
            <p:cNvPicPr preferRelativeResize="0"/>
            <p:nvPr/>
          </p:nvPicPr>
          <p:blipFill>
            <a:blip r:embed="rId3">
              <a:alphaModFix/>
            </a:blip>
            <a:stretch>
              <a:fillRect/>
            </a:stretch>
          </p:blipFill>
          <p:spPr>
            <a:xfrm rot="-5826171" flipH="1">
              <a:off x="570466" y="412512"/>
              <a:ext cx="341359" cy="257531"/>
            </a:xfrm>
            <a:prstGeom prst="rect">
              <a:avLst/>
            </a:prstGeom>
            <a:noFill/>
            <a:ln>
              <a:noFill/>
            </a:ln>
            <a:effectLst>
              <a:outerShdw blurRad="57150" dist="19050" dir="5400000" algn="bl" rotWithShape="0">
                <a:schemeClr val="dk1">
                  <a:alpha val="50000"/>
                </a:schemeClr>
              </a:outerShdw>
            </a:effectLst>
          </p:spPr>
        </p:pic>
        <p:pic>
          <p:nvPicPr>
            <p:cNvPr id="1793" name="Google Shape;1793;p127"/>
            <p:cNvPicPr preferRelativeResize="0"/>
            <p:nvPr/>
          </p:nvPicPr>
          <p:blipFill>
            <a:blip r:embed="rId4">
              <a:alphaModFix/>
            </a:blip>
            <a:stretch>
              <a:fillRect/>
            </a:stretch>
          </p:blipFill>
          <p:spPr>
            <a:xfrm rot="-8300824" flipH="1">
              <a:off x="200914" y="402080"/>
              <a:ext cx="447091" cy="193739"/>
            </a:xfrm>
            <a:prstGeom prst="rect">
              <a:avLst/>
            </a:prstGeom>
            <a:noFill/>
            <a:ln>
              <a:noFill/>
            </a:ln>
            <a:effectLst>
              <a:outerShdw blurRad="57150" dist="19050" dir="5400000" algn="bl" rotWithShape="0">
                <a:schemeClr val="dk1">
                  <a:alpha val="50000"/>
                </a:schemeClr>
              </a:outerShdw>
            </a:effectLst>
          </p:spPr>
        </p:pic>
      </p:grpSp>
      <p:sp>
        <p:nvSpPr>
          <p:cNvPr id="1794" name="Google Shape;1794;p12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1795"/>
        <p:cNvGrpSpPr/>
        <p:nvPr/>
      </p:nvGrpSpPr>
      <p:grpSpPr>
        <a:xfrm>
          <a:off x="0" y="0"/>
          <a:ext cx="0" cy="0"/>
          <a:chOff x="0" y="0"/>
          <a:chExt cx="0" cy="0"/>
        </a:xfrm>
      </p:grpSpPr>
      <p:pic>
        <p:nvPicPr>
          <p:cNvPr id="1796" name="Google Shape;1796;p128"/>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1797" name="Google Shape;1797;p128"/>
          <p:cNvGrpSpPr/>
          <p:nvPr/>
        </p:nvGrpSpPr>
        <p:grpSpPr>
          <a:xfrm>
            <a:off x="-962824" y="-872075"/>
            <a:ext cx="10524450" cy="6436800"/>
            <a:chOff x="-962824" y="-872075"/>
            <a:chExt cx="10524450" cy="6436800"/>
          </a:xfrm>
        </p:grpSpPr>
        <p:sp>
          <p:nvSpPr>
            <p:cNvPr id="1798" name="Google Shape;1798;p128"/>
            <p:cNvSpPr/>
            <p:nvPr/>
          </p:nvSpPr>
          <p:spPr>
            <a:xfrm rot="10800000" flipH="1">
              <a:off x="8644826" y="0"/>
              <a:ext cx="916800" cy="2325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nvGrpSpPr>
            <p:cNvPr id="1799" name="Google Shape;1799;p128"/>
            <p:cNvGrpSpPr/>
            <p:nvPr/>
          </p:nvGrpSpPr>
          <p:grpSpPr>
            <a:xfrm flipH="1">
              <a:off x="502351" y="-872075"/>
              <a:ext cx="2489300" cy="1740000"/>
              <a:chOff x="6148925" y="-872075"/>
              <a:chExt cx="2489300" cy="1740000"/>
            </a:xfrm>
          </p:grpSpPr>
          <p:sp>
            <p:nvSpPr>
              <p:cNvPr id="1800" name="Google Shape;1800;p128"/>
              <p:cNvSpPr/>
              <p:nvPr/>
            </p:nvSpPr>
            <p:spPr>
              <a:xfrm>
                <a:off x="6898225" y="-872075"/>
                <a:ext cx="1740000" cy="1740000"/>
              </a:xfrm>
              <a:prstGeom prst="pie">
                <a:avLst>
                  <a:gd name="adj1" fmla="val 0"/>
                  <a:gd name="adj2" fmla="val 1080014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801" name="Google Shape;1801;p128"/>
              <p:cNvSpPr/>
              <p:nvPr/>
            </p:nvSpPr>
            <p:spPr>
              <a:xfrm rot="10800000">
                <a:off x="6148925" y="-604625"/>
                <a:ext cx="1205100" cy="1205100"/>
              </a:xfrm>
              <a:prstGeom prst="blockArc">
                <a:avLst>
                  <a:gd name="adj1" fmla="val 10800000"/>
                  <a:gd name="adj2" fmla="val 108721"/>
                  <a:gd name="adj3" fmla="val 22117"/>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1802" name="Google Shape;1802;p128"/>
            <p:cNvSpPr/>
            <p:nvPr/>
          </p:nvSpPr>
          <p:spPr>
            <a:xfrm rot="-5400000" flipH="1">
              <a:off x="6716876" y="3141175"/>
              <a:ext cx="8325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803" name="Google Shape;1803;p128"/>
            <p:cNvSpPr/>
            <p:nvPr/>
          </p:nvSpPr>
          <p:spPr>
            <a:xfrm rot="5400000" flipH="1">
              <a:off x="-962824" y="2779250"/>
              <a:ext cx="1896900" cy="1896900"/>
            </a:xfrm>
            <a:prstGeom prst="blockArc">
              <a:avLst>
                <a:gd name="adj1" fmla="val 10800000"/>
                <a:gd name="adj2" fmla="val 21539247"/>
                <a:gd name="adj3" fmla="val 17334"/>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1804" name="Google Shape;1804;p128"/>
          <p:cNvGrpSpPr/>
          <p:nvPr/>
        </p:nvGrpSpPr>
        <p:grpSpPr>
          <a:xfrm>
            <a:off x="-962825" y="81904"/>
            <a:ext cx="10251619" cy="5069347"/>
            <a:chOff x="-962825" y="81904"/>
            <a:chExt cx="10251619" cy="5069347"/>
          </a:xfrm>
        </p:grpSpPr>
        <p:pic>
          <p:nvPicPr>
            <p:cNvPr id="1805" name="Google Shape;1805;p128"/>
            <p:cNvPicPr preferRelativeResize="0"/>
            <p:nvPr/>
          </p:nvPicPr>
          <p:blipFill>
            <a:blip r:embed="rId3">
              <a:alphaModFix/>
            </a:blip>
            <a:stretch>
              <a:fillRect/>
            </a:stretch>
          </p:blipFill>
          <p:spPr>
            <a:xfrm flipH="1">
              <a:off x="-962825" y="867925"/>
              <a:ext cx="2206501" cy="4283325"/>
            </a:xfrm>
            <a:prstGeom prst="rect">
              <a:avLst/>
            </a:prstGeom>
            <a:noFill/>
            <a:ln>
              <a:noFill/>
            </a:ln>
            <a:effectLst>
              <a:outerShdw blurRad="57150" dist="47625" dir="5400000" algn="bl" rotWithShape="0">
                <a:schemeClr val="dk1">
                  <a:alpha val="37000"/>
                </a:schemeClr>
              </a:outerShdw>
            </a:effectLst>
          </p:spPr>
        </p:pic>
        <p:grpSp>
          <p:nvGrpSpPr>
            <p:cNvPr id="1806" name="Google Shape;1806;p128"/>
            <p:cNvGrpSpPr/>
            <p:nvPr/>
          </p:nvGrpSpPr>
          <p:grpSpPr>
            <a:xfrm flipH="1">
              <a:off x="7678302" y="4401391"/>
              <a:ext cx="1102438" cy="577167"/>
              <a:chOff x="359837" y="4401391"/>
              <a:chExt cx="1102438" cy="577167"/>
            </a:xfrm>
          </p:grpSpPr>
          <p:pic>
            <p:nvPicPr>
              <p:cNvPr id="1807" name="Google Shape;1807;p128"/>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dist="19050" dir="5400000" algn="bl" rotWithShape="0">
                  <a:schemeClr val="dk1">
                    <a:alpha val="50000"/>
                  </a:schemeClr>
                </a:outerShdw>
              </a:effectLst>
            </p:spPr>
          </p:pic>
          <p:pic>
            <p:nvPicPr>
              <p:cNvPr id="1808" name="Google Shape;1808;p128"/>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dist="19050" dir="5400000" algn="bl" rotWithShape="0">
                  <a:schemeClr val="dk1">
                    <a:alpha val="50000"/>
                  </a:schemeClr>
                </a:outerShdw>
              </a:effectLst>
            </p:spPr>
          </p:pic>
        </p:grpSp>
        <p:grpSp>
          <p:nvGrpSpPr>
            <p:cNvPr id="1809" name="Google Shape;1809;p128"/>
            <p:cNvGrpSpPr/>
            <p:nvPr/>
          </p:nvGrpSpPr>
          <p:grpSpPr>
            <a:xfrm flipH="1">
              <a:off x="8100369" y="81904"/>
              <a:ext cx="1188426" cy="1227668"/>
              <a:chOff x="-7843" y="83454"/>
              <a:chExt cx="1188426" cy="1227668"/>
            </a:xfrm>
          </p:grpSpPr>
          <p:pic>
            <p:nvPicPr>
              <p:cNvPr id="1810" name="Google Shape;1810;p128"/>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dist="19050" dir="5400000" algn="bl" rotWithShape="0">
                  <a:schemeClr val="dk1">
                    <a:alpha val="67000"/>
                  </a:schemeClr>
                </a:outerShdw>
              </a:effectLst>
            </p:spPr>
          </p:pic>
          <p:pic>
            <p:nvPicPr>
              <p:cNvPr id="1811" name="Google Shape;1811;p128"/>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dist="19050" dir="5400000" algn="bl" rotWithShape="0">
                  <a:schemeClr val="dk1">
                    <a:alpha val="67000"/>
                  </a:schemeClr>
                </a:outerShdw>
              </a:effectLst>
            </p:spPr>
          </p:pic>
          <p:pic>
            <p:nvPicPr>
              <p:cNvPr id="1812" name="Google Shape;1812;p128"/>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dist="19050" dir="5400000" algn="bl" rotWithShape="0">
                  <a:schemeClr val="dk1">
                    <a:alpha val="67000"/>
                  </a:schemeClr>
                </a:outerShdw>
              </a:effectLst>
            </p:spPr>
          </p:pic>
        </p:grpSp>
      </p:grpSp>
      <p:sp>
        <p:nvSpPr>
          <p:cNvPr id="1813" name="Google Shape;1813;p128"/>
          <p:cNvSpPr txBox="1">
            <a:spLocks noGrp="1"/>
          </p:cNvSpPr>
          <p:nvPr>
            <p:ph type="title"/>
          </p:nvPr>
        </p:nvSpPr>
        <p:spPr>
          <a:xfrm>
            <a:off x="2347938" y="829925"/>
            <a:ext cx="4448100" cy="10587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814" name="Google Shape;1814;p128"/>
          <p:cNvSpPr txBox="1">
            <a:spLocks noGrp="1"/>
          </p:cNvSpPr>
          <p:nvPr>
            <p:ph type="subTitle" idx="1"/>
          </p:nvPr>
        </p:nvSpPr>
        <p:spPr>
          <a:xfrm>
            <a:off x="2347900" y="1888625"/>
            <a:ext cx="4448100" cy="11640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815" name="Google Shape;1815;p128"/>
          <p:cNvSpPr txBox="1"/>
          <p:nvPr/>
        </p:nvSpPr>
        <p:spPr>
          <a:xfrm>
            <a:off x="2347800" y="3764350"/>
            <a:ext cx="4448100" cy="5562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000" b="1">
                <a:solidFill>
                  <a:schemeClr val="dk1"/>
                </a:solidFill>
                <a:latin typeface="Spinnaker"/>
                <a:ea typeface="Spinnaker"/>
                <a:cs typeface="Spinnaker"/>
                <a:sym typeface="Spinnaker"/>
              </a:rPr>
              <a:t>CREDITS:</a:t>
            </a:r>
            <a:r>
              <a:rPr lang="en" sz="1000">
                <a:solidFill>
                  <a:schemeClr val="dk1"/>
                </a:solidFill>
                <a:latin typeface="Spinnaker"/>
                <a:ea typeface="Spinnaker"/>
                <a:cs typeface="Spinnaker"/>
                <a:sym typeface="Spinnaker"/>
              </a:rPr>
              <a:t> This presentation template was created by </a:t>
            </a:r>
            <a:r>
              <a:rPr lang="en" sz="1000" b="1" u="sng">
                <a:solidFill>
                  <a:schemeClr val="dk1"/>
                </a:solidFill>
                <a:latin typeface="Spinnaker"/>
                <a:ea typeface="Spinnaker"/>
                <a:cs typeface="Spinnaker"/>
                <a:sym typeface="Spinnaker"/>
                <a:hlinkClick r:id="rId7">
                  <a:extLst>
                    <a:ext uri="{A12FA001-AC4F-418D-AE19-62706E023703}">
                      <ahyp:hlinkClr xmlns:ahyp="http://schemas.microsoft.com/office/drawing/2018/hyperlinkcolor" val="tx"/>
                    </a:ext>
                  </a:extLst>
                </a:hlinkClick>
              </a:rPr>
              <a:t>Slidesgo</a:t>
            </a:r>
            <a:r>
              <a:rPr lang="en" sz="1000">
                <a:solidFill>
                  <a:schemeClr val="dk1"/>
                </a:solidFill>
                <a:latin typeface="Spinnaker"/>
                <a:ea typeface="Spinnaker"/>
                <a:cs typeface="Spinnaker"/>
                <a:sym typeface="Spinnaker"/>
              </a:rPr>
              <a:t>, and includes icons by </a:t>
            </a:r>
            <a:r>
              <a:rPr lang="en" sz="1000" b="1" u="sng">
                <a:solidFill>
                  <a:schemeClr val="dk1"/>
                </a:solidFill>
                <a:latin typeface="Spinnaker"/>
                <a:ea typeface="Spinnaker"/>
                <a:cs typeface="Spinnaker"/>
                <a:sym typeface="Spinnaker"/>
                <a:hlinkClick r:id="rId8">
                  <a:extLst>
                    <a:ext uri="{A12FA001-AC4F-418D-AE19-62706E023703}">
                      <ahyp:hlinkClr xmlns:ahyp="http://schemas.microsoft.com/office/drawing/2018/hyperlinkcolor" val="tx"/>
                    </a:ext>
                  </a:extLst>
                </a:hlinkClick>
              </a:rPr>
              <a:t>Flaticon</a:t>
            </a:r>
            <a:r>
              <a:rPr lang="en" sz="1000">
                <a:solidFill>
                  <a:schemeClr val="dk1"/>
                </a:solidFill>
                <a:latin typeface="Spinnaker"/>
                <a:ea typeface="Spinnaker"/>
                <a:cs typeface="Spinnaker"/>
                <a:sym typeface="Spinnaker"/>
              </a:rPr>
              <a:t>, and infographics &amp; images by </a:t>
            </a:r>
            <a:r>
              <a:rPr lang="en" sz="1000" b="1" u="sng">
                <a:solidFill>
                  <a:schemeClr val="dk1"/>
                </a:solidFill>
                <a:latin typeface="Spinnaker"/>
                <a:ea typeface="Spinnaker"/>
                <a:cs typeface="Spinnaker"/>
                <a:sym typeface="Spinnaker"/>
                <a:hlinkClick r:id="rId9">
                  <a:extLst>
                    <a:ext uri="{A12FA001-AC4F-418D-AE19-62706E023703}">
                      <ahyp:hlinkClr xmlns:ahyp="http://schemas.microsoft.com/office/drawing/2018/hyperlinkcolor" val="tx"/>
                    </a:ext>
                  </a:extLst>
                </a:hlinkClick>
              </a:rPr>
              <a:t>Freepik</a:t>
            </a:r>
            <a:r>
              <a:rPr lang="en" sz="1000" u="sng">
                <a:solidFill>
                  <a:schemeClr val="dk1"/>
                </a:solidFill>
                <a:latin typeface="Spinnaker"/>
                <a:ea typeface="Spinnaker"/>
                <a:cs typeface="Spinnaker"/>
                <a:sym typeface="Spinnaker"/>
              </a:rPr>
              <a:t> </a:t>
            </a:r>
            <a:endParaRPr sz="1000" b="1" u="sng">
              <a:solidFill>
                <a:schemeClr val="dk1"/>
              </a:solidFill>
              <a:latin typeface="Spinnaker"/>
              <a:ea typeface="Spinnaker"/>
              <a:cs typeface="Spinnaker"/>
              <a:sym typeface="Spinnaker"/>
            </a:endParaRPr>
          </a:p>
        </p:txBody>
      </p:sp>
      <p:sp>
        <p:nvSpPr>
          <p:cNvPr id="1816" name="Google Shape;1816;p12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817"/>
        <p:cNvGrpSpPr/>
        <p:nvPr/>
      </p:nvGrpSpPr>
      <p:grpSpPr>
        <a:xfrm>
          <a:off x="0" y="0"/>
          <a:ext cx="0" cy="0"/>
          <a:chOff x="0" y="0"/>
          <a:chExt cx="0" cy="0"/>
        </a:xfrm>
      </p:grpSpPr>
      <p:pic>
        <p:nvPicPr>
          <p:cNvPr id="1818" name="Google Shape;1818;p129"/>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1819" name="Google Shape;1819;p129"/>
          <p:cNvGrpSpPr/>
          <p:nvPr/>
        </p:nvGrpSpPr>
        <p:grpSpPr>
          <a:xfrm>
            <a:off x="0" y="-613825"/>
            <a:ext cx="9564675" cy="6140950"/>
            <a:chOff x="0" y="-613825"/>
            <a:chExt cx="9564675" cy="6140950"/>
          </a:xfrm>
        </p:grpSpPr>
        <p:sp>
          <p:nvSpPr>
            <p:cNvPr id="1820" name="Google Shape;1820;p129"/>
            <p:cNvSpPr/>
            <p:nvPr/>
          </p:nvSpPr>
          <p:spPr>
            <a:xfrm rot="5400000">
              <a:off x="1593450" y="3105975"/>
              <a:ext cx="8277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821" name="Google Shape;1821;p129"/>
            <p:cNvSpPr/>
            <p:nvPr/>
          </p:nvSpPr>
          <p:spPr>
            <a:xfrm rot="10800000">
              <a:off x="8736975" y="0"/>
              <a:ext cx="827700" cy="23787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822" name="Google Shape;1822;p129"/>
            <p:cNvSpPr/>
            <p:nvPr/>
          </p:nvSpPr>
          <p:spPr>
            <a:xfrm rot="10800000">
              <a:off x="226175" y="-613825"/>
              <a:ext cx="1205100" cy="1205100"/>
            </a:xfrm>
            <a:prstGeom prst="blockArc">
              <a:avLst>
                <a:gd name="adj1" fmla="val 10800000"/>
                <a:gd name="adj2" fmla="val 21545870"/>
                <a:gd name="adj3" fmla="val 19432"/>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sp>
        <p:nvSpPr>
          <p:cNvPr id="1823" name="Google Shape;1823;p12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824"/>
        <p:cNvGrpSpPr/>
        <p:nvPr/>
      </p:nvGrpSpPr>
      <p:grpSpPr>
        <a:xfrm>
          <a:off x="0" y="0"/>
          <a:ext cx="0" cy="0"/>
          <a:chOff x="0" y="0"/>
          <a:chExt cx="0" cy="0"/>
        </a:xfrm>
      </p:grpSpPr>
      <p:pic>
        <p:nvPicPr>
          <p:cNvPr id="1825" name="Google Shape;1825;p130"/>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1826" name="Google Shape;1826;p130"/>
          <p:cNvGrpSpPr/>
          <p:nvPr/>
        </p:nvGrpSpPr>
        <p:grpSpPr>
          <a:xfrm>
            <a:off x="-601700" y="0"/>
            <a:ext cx="10358225" cy="5143500"/>
            <a:chOff x="-601700" y="0"/>
            <a:chExt cx="10358225" cy="5143500"/>
          </a:xfrm>
        </p:grpSpPr>
        <p:grpSp>
          <p:nvGrpSpPr>
            <p:cNvPr id="1827" name="Google Shape;1827;p130"/>
            <p:cNvGrpSpPr/>
            <p:nvPr/>
          </p:nvGrpSpPr>
          <p:grpSpPr>
            <a:xfrm rot="5400000">
              <a:off x="-2006450" y="1404750"/>
              <a:ext cx="4014600" cy="1205100"/>
              <a:chOff x="150" y="4543750"/>
              <a:chExt cx="4014600" cy="1205100"/>
            </a:xfrm>
          </p:grpSpPr>
          <p:sp>
            <p:nvSpPr>
              <p:cNvPr id="1828" name="Google Shape;1828;p130"/>
              <p:cNvSpPr/>
              <p:nvPr/>
            </p:nvSpPr>
            <p:spPr>
              <a:xfrm rot="5400000">
                <a:off x="1622250" y="3110125"/>
                <a:ext cx="770400" cy="40146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829" name="Google Shape;1829;p130"/>
              <p:cNvSpPr/>
              <p:nvPr/>
            </p:nvSpPr>
            <p:spPr>
              <a:xfrm>
                <a:off x="2283875" y="4543750"/>
                <a:ext cx="1205100" cy="1205100"/>
              </a:xfrm>
              <a:prstGeom prst="blockArc">
                <a:avLst>
                  <a:gd name="adj1" fmla="val 10800000"/>
                  <a:gd name="adj2" fmla="val 93824"/>
                  <a:gd name="adj3" fmla="val 19896"/>
                </a:avLst>
              </a:prstGeom>
              <a:solidFill>
                <a:srgbClr val="B3BB7B">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nvGrpSpPr>
            <p:cNvPr id="1830" name="Google Shape;1830;p130"/>
            <p:cNvGrpSpPr/>
            <p:nvPr/>
          </p:nvGrpSpPr>
          <p:grpSpPr>
            <a:xfrm rot="-5400000">
              <a:off x="7146675" y="2533650"/>
              <a:ext cx="4014600" cy="1205100"/>
              <a:chOff x="150" y="4543750"/>
              <a:chExt cx="4014600" cy="1205100"/>
            </a:xfrm>
          </p:grpSpPr>
          <p:sp>
            <p:nvSpPr>
              <p:cNvPr id="1831" name="Google Shape;1831;p130"/>
              <p:cNvSpPr/>
              <p:nvPr/>
            </p:nvSpPr>
            <p:spPr>
              <a:xfrm rot="5400000">
                <a:off x="1622250" y="3110125"/>
                <a:ext cx="770400" cy="40146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1832" name="Google Shape;1832;p130"/>
              <p:cNvSpPr/>
              <p:nvPr/>
            </p:nvSpPr>
            <p:spPr>
              <a:xfrm>
                <a:off x="2283875" y="4543750"/>
                <a:ext cx="1205100" cy="1205100"/>
              </a:xfrm>
              <a:prstGeom prst="blockArc">
                <a:avLst>
                  <a:gd name="adj1" fmla="val 10800000"/>
                  <a:gd name="adj2" fmla="val 93824"/>
                  <a:gd name="adj3" fmla="val 19896"/>
                </a:avLst>
              </a:prstGeom>
              <a:solidFill>
                <a:srgbClr val="DDE799">
                  <a:alpha val="742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grpSp>
      </p:grpSp>
      <p:sp>
        <p:nvSpPr>
          <p:cNvPr id="1833" name="Google Shape;1833;p13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slideLayout" Target="../slideLayouts/slideLayout31.xml"/><Relationship Id="rId26" Type="http://schemas.openxmlformats.org/officeDocument/2006/relationships/slideLayout" Target="../slideLayouts/slideLayout39.xml"/><Relationship Id="rId3" Type="http://schemas.openxmlformats.org/officeDocument/2006/relationships/slideLayout" Target="../slideLayouts/slideLayout16.xml"/><Relationship Id="rId21" Type="http://schemas.openxmlformats.org/officeDocument/2006/relationships/slideLayout" Target="../slideLayouts/slideLayout34.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slideLayout" Target="../slideLayouts/slideLayout38.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slideLayout" Target="../slideLayouts/slideLayout33.xml"/><Relationship Id="rId29" Type="http://schemas.openxmlformats.org/officeDocument/2006/relationships/theme" Target="../theme/theme2.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24" Type="http://schemas.openxmlformats.org/officeDocument/2006/relationships/slideLayout" Target="../slideLayouts/slideLayout37.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slideLayout" Target="../slideLayouts/slideLayout36.xml"/><Relationship Id="rId28" Type="http://schemas.openxmlformats.org/officeDocument/2006/relationships/slideLayout" Target="../slideLayouts/slideLayout41.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slideLayout" Target="../slideLayouts/slideLayout35.xml"/><Relationship Id="rId27" Type="http://schemas.openxmlformats.org/officeDocument/2006/relationships/slideLayout" Target="../slideLayouts/slideLayout4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slideLayout" Target="../slideLayouts/slideLayout54.xml"/><Relationship Id="rId18" Type="http://schemas.openxmlformats.org/officeDocument/2006/relationships/slideLayout" Target="../slideLayouts/slideLayout59.xml"/><Relationship Id="rId26" Type="http://schemas.openxmlformats.org/officeDocument/2006/relationships/slideLayout" Target="../slideLayouts/slideLayout67.xml"/><Relationship Id="rId3" Type="http://schemas.openxmlformats.org/officeDocument/2006/relationships/slideLayout" Target="../slideLayouts/slideLayout44.xml"/><Relationship Id="rId21" Type="http://schemas.openxmlformats.org/officeDocument/2006/relationships/slideLayout" Target="../slideLayouts/slideLayout62.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5" Type="http://schemas.openxmlformats.org/officeDocument/2006/relationships/slideLayout" Target="../slideLayouts/slideLayout66.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20" Type="http://schemas.openxmlformats.org/officeDocument/2006/relationships/slideLayout" Target="../slideLayouts/slideLayout61.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24" Type="http://schemas.openxmlformats.org/officeDocument/2006/relationships/slideLayout" Target="../slideLayouts/slideLayout65.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23" Type="http://schemas.openxmlformats.org/officeDocument/2006/relationships/slideLayout" Target="../slideLayouts/slideLayout64.xml"/><Relationship Id="rId28" Type="http://schemas.openxmlformats.org/officeDocument/2006/relationships/theme" Target="../theme/theme3.xml"/><Relationship Id="rId10" Type="http://schemas.openxmlformats.org/officeDocument/2006/relationships/slideLayout" Target="../slideLayouts/slideLayout51.xml"/><Relationship Id="rId19" Type="http://schemas.openxmlformats.org/officeDocument/2006/relationships/slideLayout" Target="../slideLayouts/slideLayout60.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 Id="rId22" Type="http://schemas.openxmlformats.org/officeDocument/2006/relationships/slideLayout" Target="../slideLayouts/slideLayout63.xml"/><Relationship Id="rId27" Type="http://schemas.openxmlformats.org/officeDocument/2006/relationships/slideLayout" Target="../slideLayouts/slideLayout6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6.xml"/><Relationship Id="rId13" Type="http://schemas.openxmlformats.org/officeDocument/2006/relationships/slideLayout" Target="../slideLayouts/slideLayout81.xml"/><Relationship Id="rId18" Type="http://schemas.openxmlformats.org/officeDocument/2006/relationships/slideLayout" Target="../slideLayouts/slideLayout86.xml"/><Relationship Id="rId26" Type="http://schemas.openxmlformats.org/officeDocument/2006/relationships/slideLayout" Target="../slideLayouts/slideLayout94.xml"/><Relationship Id="rId3" Type="http://schemas.openxmlformats.org/officeDocument/2006/relationships/slideLayout" Target="../slideLayouts/slideLayout71.xml"/><Relationship Id="rId21" Type="http://schemas.openxmlformats.org/officeDocument/2006/relationships/slideLayout" Target="../slideLayouts/slideLayout89.xml"/><Relationship Id="rId7" Type="http://schemas.openxmlformats.org/officeDocument/2006/relationships/slideLayout" Target="../slideLayouts/slideLayout75.xml"/><Relationship Id="rId12" Type="http://schemas.openxmlformats.org/officeDocument/2006/relationships/slideLayout" Target="../slideLayouts/slideLayout80.xml"/><Relationship Id="rId17" Type="http://schemas.openxmlformats.org/officeDocument/2006/relationships/slideLayout" Target="../slideLayouts/slideLayout85.xml"/><Relationship Id="rId25" Type="http://schemas.openxmlformats.org/officeDocument/2006/relationships/slideLayout" Target="../slideLayouts/slideLayout93.xml"/><Relationship Id="rId2" Type="http://schemas.openxmlformats.org/officeDocument/2006/relationships/slideLayout" Target="../slideLayouts/slideLayout70.xml"/><Relationship Id="rId16" Type="http://schemas.openxmlformats.org/officeDocument/2006/relationships/slideLayout" Target="../slideLayouts/slideLayout84.xml"/><Relationship Id="rId20" Type="http://schemas.openxmlformats.org/officeDocument/2006/relationships/slideLayout" Target="../slideLayouts/slideLayout88.xml"/><Relationship Id="rId29" Type="http://schemas.openxmlformats.org/officeDocument/2006/relationships/theme" Target="../theme/theme4.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24" Type="http://schemas.openxmlformats.org/officeDocument/2006/relationships/slideLayout" Target="../slideLayouts/slideLayout92.xml"/><Relationship Id="rId5" Type="http://schemas.openxmlformats.org/officeDocument/2006/relationships/slideLayout" Target="../slideLayouts/slideLayout73.xml"/><Relationship Id="rId15" Type="http://schemas.openxmlformats.org/officeDocument/2006/relationships/slideLayout" Target="../slideLayouts/slideLayout83.xml"/><Relationship Id="rId23" Type="http://schemas.openxmlformats.org/officeDocument/2006/relationships/slideLayout" Target="../slideLayouts/slideLayout91.xml"/><Relationship Id="rId28" Type="http://schemas.openxmlformats.org/officeDocument/2006/relationships/slideLayout" Target="../slideLayouts/slideLayout96.xml"/><Relationship Id="rId10" Type="http://schemas.openxmlformats.org/officeDocument/2006/relationships/slideLayout" Target="../slideLayouts/slideLayout78.xml"/><Relationship Id="rId19" Type="http://schemas.openxmlformats.org/officeDocument/2006/relationships/slideLayout" Target="../slideLayouts/slideLayout87.xml"/><Relationship Id="rId4" Type="http://schemas.openxmlformats.org/officeDocument/2006/relationships/slideLayout" Target="../slideLayouts/slideLayout72.xml"/><Relationship Id="rId9" Type="http://schemas.openxmlformats.org/officeDocument/2006/relationships/slideLayout" Target="../slideLayouts/slideLayout77.xml"/><Relationship Id="rId14" Type="http://schemas.openxmlformats.org/officeDocument/2006/relationships/slideLayout" Target="../slideLayouts/slideLayout82.xml"/><Relationship Id="rId22" Type="http://schemas.openxmlformats.org/officeDocument/2006/relationships/slideLayout" Target="../slideLayouts/slideLayout90.xml"/><Relationship Id="rId27" Type="http://schemas.openxmlformats.org/officeDocument/2006/relationships/slideLayout" Target="../slideLayouts/slideLayout9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04.xml"/><Relationship Id="rId13" Type="http://schemas.openxmlformats.org/officeDocument/2006/relationships/slideLayout" Target="../slideLayouts/slideLayout109.xml"/><Relationship Id="rId18" Type="http://schemas.openxmlformats.org/officeDocument/2006/relationships/slideLayout" Target="../slideLayouts/slideLayout114.xml"/><Relationship Id="rId26" Type="http://schemas.openxmlformats.org/officeDocument/2006/relationships/slideLayout" Target="../slideLayouts/slideLayout122.xml"/><Relationship Id="rId3" Type="http://schemas.openxmlformats.org/officeDocument/2006/relationships/slideLayout" Target="../slideLayouts/slideLayout99.xml"/><Relationship Id="rId21" Type="http://schemas.openxmlformats.org/officeDocument/2006/relationships/slideLayout" Target="../slideLayouts/slideLayout117.xml"/><Relationship Id="rId7" Type="http://schemas.openxmlformats.org/officeDocument/2006/relationships/slideLayout" Target="../slideLayouts/slideLayout103.xml"/><Relationship Id="rId12" Type="http://schemas.openxmlformats.org/officeDocument/2006/relationships/slideLayout" Target="../slideLayouts/slideLayout108.xml"/><Relationship Id="rId17" Type="http://schemas.openxmlformats.org/officeDocument/2006/relationships/slideLayout" Target="../slideLayouts/slideLayout113.xml"/><Relationship Id="rId25" Type="http://schemas.openxmlformats.org/officeDocument/2006/relationships/slideLayout" Target="../slideLayouts/slideLayout121.xml"/><Relationship Id="rId2" Type="http://schemas.openxmlformats.org/officeDocument/2006/relationships/slideLayout" Target="../slideLayouts/slideLayout98.xml"/><Relationship Id="rId16" Type="http://schemas.openxmlformats.org/officeDocument/2006/relationships/slideLayout" Target="../slideLayouts/slideLayout112.xml"/><Relationship Id="rId20" Type="http://schemas.openxmlformats.org/officeDocument/2006/relationships/slideLayout" Target="../slideLayouts/slideLayout116.xml"/><Relationship Id="rId29" Type="http://schemas.openxmlformats.org/officeDocument/2006/relationships/theme" Target="../theme/theme5.xml"/><Relationship Id="rId1" Type="http://schemas.openxmlformats.org/officeDocument/2006/relationships/slideLayout" Target="../slideLayouts/slideLayout97.xml"/><Relationship Id="rId6" Type="http://schemas.openxmlformats.org/officeDocument/2006/relationships/slideLayout" Target="../slideLayouts/slideLayout102.xml"/><Relationship Id="rId11" Type="http://schemas.openxmlformats.org/officeDocument/2006/relationships/slideLayout" Target="../slideLayouts/slideLayout107.xml"/><Relationship Id="rId24" Type="http://schemas.openxmlformats.org/officeDocument/2006/relationships/slideLayout" Target="../slideLayouts/slideLayout120.xml"/><Relationship Id="rId5" Type="http://schemas.openxmlformats.org/officeDocument/2006/relationships/slideLayout" Target="../slideLayouts/slideLayout101.xml"/><Relationship Id="rId15" Type="http://schemas.openxmlformats.org/officeDocument/2006/relationships/slideLayout" Target="../slideLayouts/slideLayout111.xml"/><Relationship Id="rId23" Type="http://schemas.openxmlformats.org/officeDocument/2006/relationships/slideLayout" Target="../slideLayouts/slideLayout119.xml"/><Relationship Id="rId28" Type="http://schemas.openxmlformats.org/officeDocument/2006/relationships/slideLayout" Target="../slideLayouts/slideLayout124.xml"/><Relationship Id="rId10" Type="http://schemas.openxmlformats.org/officeDocument/2006/relationships/slideLayout" Target="../slideLayouts/slideLayout106.xml"/><Relationship Id="rId19" Type="http://schemas.openxmlformats.org/officeDocument/2006/relationships/slideLayout" Target="../slideLayouts/slideLayout115.xml"/><Relationship Id="rId4" Type="http://schemas.openxmlformats.org/officeDocument/2006/relationships/slideLayout" Target="../slideLayouts/slideLayout100.xml"/><Relationship Id="rId9" Type="http://schemas.openxmlformats.org/officeDocument/2006/relationships/slideLayout" Target="../slideLayouts/slideLayout105.xml"/><Relationship Id="rId14" Type="http://schemas.openxmlformats.org/officeDocument/2006/relationships/slideLayout" Target="../slideLayouts/slideLayout110.xml"/><Relationship Id="rId22" Type="http://schemas.openxmlformats.org/officeDocument/2006/relationships/slideLayout" Target="../slideLayouts/slideLayout118.xml"/><Relationship Id="rId27" Type="http://schemas.openxmlformats.org/officeDocument/2006/relationships/slideLayout" Target="../slideLayouts/slideLayout1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78"/>
        <p:cNvGrpSpPr/>
        <p:nvPr/>
      </p:nvGrpSpPr>
      <p:grpSpPr>
        <a:xfrm>
          <a:off x="0" y="0"/>
          <a:ext cx="0" cy="0"/>
          <a:chOff x="0" y="0"/>
          <a:chExt cx="0" cy="0"/>
        </a:xfrm>
      </p:grpSpPr>
      <p:sp>
        <p:nvSpPr>
          <p:cNvPr id="79" name="Google Shape;79;p15"/>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Unbounded"/>
              <a:buNone/>
              <a:defRPr sz="3000" b="1">
                <a:solidFill>
                  <a:schemeClr val="dk1"/>
                </a:solidFill>
                <a:latin typeface="Unbounded"/>
                <a:ea typeface="Unbounded"/>
                <a:cs typeface="Unbounded"/>
                <a:sym typeface="Unbounded"/>
              </a:defRPr>
            </a:lvl1pPr>
            <a:lvl2pPr lvl="1">
              <a:spcBef>
                <a:spcPts val="0"/>
              </a:spcBef>
              <a:spcAft>
                <a:spcPts val="0"/>
              </a:spcAft>
              <a:buClr>
                <a:schemeClr val="dk1"/>
              </a:buClr>
              <a:buSzPts val="3500"/>
              <a:buFont typeface="Unbounded"/>
              <a:buNone/>
              <a:defRPr sz="3500" b="1">
                <a:solidFill>
                  <a:schemeClr val="dk1"/>
                </a:solidFill>
                <a:latin typeface="Unbounded"/>
                <a:ea typeface="Unbounded"/>
                <a:cs typeface="Unbounded"/>
                <a:sym typeface="Unbounded"/>
              </a:defRPr>
            </a:lvl2pPr>
            <a:lvl3pPr lvl="2">
              <a:spcBef>
                <a:spcPts val="0"/>
              </a:spcBef>
              <a:spcAft>
                <a:spcPts val="0"/>
              </a:spcAft>
              <a:buClr>
                <a:schemeClr val="dk1"/>
              </a:buClr>
              <a:buSzPts val="3500"/>
              <a:buFont typeface="Unbounded"/>
              <a:buNone/>
              <a:defRPr sz="3500" b="1">
                <a:solidFill>
                  <a:schemeClr val="dk1"/>
                </a:solidFill>
                <a:latin typeface="Unbounded"/>
                <a:ea typeface="Unbounded"/>
                <a:cs typeface="Unbounded"/>
                <a:sym typeface="Unbounded"/>
              </a:defRPr>
            </a:lvl3pPr>
            <a:lvl4pPr lvl="3">
              <a:spcBef>
                <a:spcPts val="0"/>
              </a:spcBef>
              <a:spcAft>
                <a:spcPts val="0"/>
              </a:spcAft>
              <a:buClr>
                <a:schemeClr val="dk1"/>
              </a:buClr>
              <a:buSzPts val="3500"/>
              <a:buFont typeface="Unbounded"/>
              <a:buNone/>
              <a:defRPr sz="3500" b="1">
                <a:solidFill>
                  <a:schemeClr val="dk1"/>
                </a:solidFill>
                <a:latin typeface="Unbounded"/>
                <a:ea typeface="Unbounded"/>
                <a:cs typeface="Unbounded"/>
                <a:sym typeface="Unbounded"/>
              </a:defRPr>
            </a:lvl4pPr>
            <a:lvl5pPr lvl="4">
              <a:spcBef>
                <a:spcPts val="0"/>
              </a:spcBef>
              <a:spcAft>
                <a:spcPts val="0"/>
              </a:spcAft>
              <a:buClr>
                <a:schemeClr val="dk1"/>
              </a:buClr>
              <a:buSzPts val="3500"/>
              <a:buFont typeface="Unbounded"/>
              <a:buNone/>
              <a:defRPr sz="3500" b="1">
                <a:solidFill>
                  <a:schemeClr val="dk1"/>
                </a:solidFill>
                <a:latin typeface="Unbounded"/>
                <a:ea typeface="Unbounded"/>
                <a:cs typeface="Unbounded"/>
                <a:sym typeface="Unbounded"/>
              </a:defRPr>
            </a:lvl5pPr>
            <a:lvl6pPr lvl="5">
              <a:spcBef>
                <a:spcPts val="0"/>
              </a:spcBef>
              <a:spcAft>
                <a:spcPts val="0"/>
              </a:spcAft>
              <a:buClr>
                <a:schemeClr val="dk1"/>
              </a:buClr>
              <a:buSzPts val="3500"/>
              <a:buFont typeface="Unbounded"/>
              <a:buNone/>
              <a:defRPr sz="3500" b="1">
                <a:solidFill>
                  <a:schemeClr val="dk1"/>
                </a:solidFill>
                <a:latin typeface="Unbounded"/>
                <a:ea typeface="Unbounded"/>
                <a:cs typeface="Unbounded"/>
                <a:sym typeface="Unbounded"/>
              </a:defRPr>
            </a:lvl6pPr>
            <a:lvl7pPr lvl="6">
              <a:spcBef>
                <a:spcPts val="0"/>
              </a:spcBef>
              <a:spcAft>
                <a:spcPts val="0"/>
              </a:spcAft>
              <a:buClr>
                <a:schemeClr val="dk1"/>
              </a:buClr>
              <a:buSzPts val="3500"/>
              <a:buFont typeface="Unbounded"/>
              <a:buNone/>
              <a:defRPr sz="3500" b="1">
                <a:solidFill>
                  <a:schemeClr val="dk1"/>
                </a:solidFill>
                <a:latin typeface="Unbounded"/>
                <a:ea typeface="Unbounded"/>
                <a:cs typeface="Unbounded"/>
                <a:sym typeface="Unbounded"/>
              </a:defRPr>
            </a:lvl7pPr>
            <a:lvl8pPr lvl="7">
              <a:spcBef>
                <a:spcPts val="0"/>
              </a:spcBef>
              <a:spcAft>
                <a:spcPts val="0"/>
              </a:spcAft>
              <a:buClr>
                <a:schemeClr val="dk1"/>
              </a:buClr>
              <a:buSzPts val="3500"/>
              <a:buFont typeface="Unbounded"/>
              <a:buNone/>
              <a:defRPr sz="3500" b="1">
                <a:solidFill>
                  <a:schemeClr val="dk1"/>
                </a:solidFill>
                <a:latin typeface="Unbounded"/>
                <a:ea typeface="Unbounded"/>
                <a:cs typeface="Unbounded"/>
                <a:sym typeface="Unbounded"/>
              </a:defRPr>
            </a:lvl8pPr>
            <a:lvl9pPr lvl="8">
              <a:spcBef>
                <a:spcPts val="0"/>
              </a:spcBef>
              <a:spcAft>
                <a:spcPts val="0"/>
              </a:spcAft>
              <a:buClr>
                <a:schemeClr val="dk1"/>
              </a:buClr>
              <a:buSzPts val="3500"/>
              <a:buFont typeface="Unbounded"/>
              <a:buNone/>
              <a:defRPr sz="3500" b="1">
                <a:solidFill>
                  <a:schemeClr val="dk1"/>
                </a:solidFill>
                <a:latin typeface="Unbounded"/>
                <a:ea typeface="Unbounded"/>
                <a:cs typeface="Unbounded"/>
                <a:sym typeface="Unbounded"/>
              </a:defRPr>
            </a:lvl9pPr>
          </a:lstStyle>
          <a:p>
            <a:endParaRPr/>
          </a:p>
        </p:txBody>
      </p:sp>
      <p:sp>
        <p:nvSpPr>
          <p:cNvPr id="80" name="Google Shape;80;p15"/>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1pPr>
            <a:lvl2pPr marL="914400" lvl="1" indent="-3175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2pPr>
            <a:lvl3pPr marL="1371600" lvl="2" indent="-3175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3pPr>
            <a:lvl4pPr marL="1828800" lvl="3" indent="-3175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4pPr>
            <a:lvl5pPr marL="2286000" lvl="4" indent="-3175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5pPr>
            <a:lvl6pPr marL="2743200" lvl="5" indent="-3175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6pPr>
            <a:lvl7pPr marL="3200400" lvl="6" indent="-3175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7pPr>
            <a:lvl8pPr marL="3657600" lvl="7" indent="-3175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8pPr>
            <a:lvl9pPr marL="4114800" lvl="8" indent="-3175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9pPr>
          </a:lstStyle>
          <a:p>
            <a:endParaRPr/>
          </a:p>
        </p:txBody>
      </p:sp>
      <p:sp>
        <p:nvSpPr>
          <p:cNvPr id="81" name="Google Shape;81;p15"/>
          <p:cNvSpPr txBox="1">
            <a:spLocks noGrp="1"/>
          </p:cNvSpPr>
          <p:nvPr>
            <p:ph type="sldNum" idx="12"/>
          </p:nvPr>
        </p:nvSpPr>
        <p:spPr>
          <a:xfrm>
            <a:off x="8430734" y="445026"/>
            <a:ext cx="548700" cy="393600"/>
          </a:xfrm>
          <a:prstGeom prst="rect">
            <a:avLst/>
          </a:prstGeom>
          <a:noFill/>
          <a:ln>
            <a:noFill/>
          </a:ln>
        </p:spPr>
        <p:txBody>
          <a:bodyPr spcFirstLastPara="1" wrap="square" lIns="91425" tIns="91425" rIns="91425" bIns="91425" anchor="t" anchorCtr="0">
            <a:noAutofit/>
          </a:bodyPr>
          <a:lstStyle>
            <a:lvl1pPr lvl="0" algn="r">
              <a:buNone/>
              <a:defRPr sz="1300">
                <a:solidFill>
                  <a:schemeClr val="dk1"/>
                </a:solidFill>
                <a:latin typeface="Spinnaker"/>
                <a:ea typeface="Spinnaker"/>
                <a:cs typeface="Spinnaker"/>
                <a:sym typeface="Spinnaker"/>
              </a:defRPr>
            </a:lvl1pPr>
            <a:lvl2pPr lvl="1" algn="r">
              <a:buNone/>
              <a:defRPr sz="1300">
                <a:solidFill>
                  <a:schemeClr val="dk1"/>
                </a:solidFill>
                <a:latin typeface="Spinnaker"/>
                <a:ea typeface="Spinnaker"/>
                <a:cs typeface="Spinnaker"/>
                <a:sym typeface="Spinnaker"/>
              </a:defRPr>
            </a:lvl2pPr>
            <a:lvl3pPr lvl="2" algn="r">
              <a:buNone/>
              <a:defRPr sz="1300">
                <a:solidFill>
                  <a:schemeClr val="dk1"/>
                </a:solidFill>
                <a:latin typeface="Spinnaker"/>
                <a:ea typeface="Spinnaker"/>
                <a:cs typeface="Spinnaker"/>
                <a:sym typeface="Spinnaker"/>
              </a:defRPr>
            </a:lvl3pPr>
            <a:lvl4pPr lvl="3" algn="r">
              <a:buNone/>
              <a:defRPr sz="1300">
                <a:solidFill>
                  <a:schemeClr val="dk1"/>
                </a:solidFill>
                <a:latin typeface="Spinnaker"/>
                <a:ea typeface="Spinnaker"/>
                <a:cs typeface="Spinnaker"/>
                <a:sym typeface="Spinnaker"/>
              </a:defRPr>
            </a:lvl4pPr>
            <a:lvl5pPr lvl="4" algn="r">
              <a:buNone/>
              <a:defRPr sz="1300">
                <a:solidFill>
                  <a:schemeClr val="dk1"/>
                </a:solidFill>
                <a:latin typeface="Spinnaker"/>
                <a:ea typeface="Spinnaker"/>
                <a:cs typeface="Spinnaker"/>
                <a:sym typeface="Spinnaker"/>
              </a:defRPr>
            </a:lvl5pPr>
            <a:lvl6pPr lvl="5" algn="r">
              <a:buNone/>
              <a:defRPr sz="1300">
                <a:solidFill>
                  <a:schemeClr val="dk1"/>
                </a:solidFill>
                <a:latin typeface="Spinnaker"/>
                <a:ea typeface="Spinnaker"/>
                <a:cs typeface="Spinnaker"/>
                <a:sym typeface="Spinnaker"/>
              </a:defRPr>
            </a:lvl6pPr>
            <a:lvl7pPr lvl="6" algn="r">
              <a:buNone/>
              <a:defRPr sz="1300">
                <a:solidFill>
                  <a:schemeClr val="dk1"/>
                </a:solidFill>
                <a:latin typeface="Spinnaker"/>
                <a:ea typeface="Spinnaker"/>
                <a:cs typeface="Spinnaker"/>
                <a:sym typeface="Spinnaker"/>
              </a:defRPr>
            </a:lvl7pPr>
            <a:lvl8pPr lvl="7" algn="r">
              <a:buNone/>
              <a:defRPr sz="1300">
                <a:solidFill>
                  <a:schemeClr val="dk1"/>
                </a:solidFill>
                <a:latin typeface="Spinnaker"/>
                <a:ea typeface="Spinnaker"/>
                <a:cs typeface="Spinnaker"/>
                <a:sym typeface="Spinnaker"/>
              </a:defRPr>
            </a:lvl8pPr>
            <a:lvl9pPr lvl="8" algn="r">
              <a:buNone/>
              <a:defRPr sz="1300">
                <a:solidFill>
                  <a:schemeClr val="dk1"/>
                </a:solidFill>
                <a:latin typeface="Spinnaker"/>
                <a:ea typeface="Spinnaker"/>
                <a:cs typeface="Spinnaker"/>
                <a:sym typeface="Spinnaker"/>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17"/>
        <p:cNvGrpSpPr/>
        <p:nvPr/>
      </p:nvGrpSpPr>
      <p:grpSpPr>
        <a:xfrm>
          <a:off x="0" y="0"/>
          <a:ext cx="0" cy="0"/>
          <a:chOff x="0" y="0"/>
          <a:chExt cx="0" cy="0"/>
        </a:xfrm>
      </p:grpSpPr>
      <p:sp>
        <p:nvSpPr>
          <p:cNvPr id="518" name="Google Shape;518;p44"/>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Unbounded"/>
              <a:buNone/>
              <a:defRPr sz="3000" b="1">
                <a:solidFill>
                  <a:schemeClr val="dk1"/>
                </a:solidFill>
                <a:latin typeface="Unbounded"/>
                <a:ea typeface="Unbounded"/>
                <a:cs typeface="Unbounded"/>
                <a:sym typeface="Unbounded"/>
              </a:defRPr>
            </a:lvl1pPr>
            <a:lvl2pPr lvl="1">
              <a:spcBef>
                <a:spcPts val="0"/>
              </a:spcBef>
              <a:spcAft>
                <a:spcPts val="0"/>
              </a:spcAft>
              <a:buClr>
                <a:schemeClr val="dk1"/>
              </a:buClr>
              <a:buSzPts val="3500"/>
              <a:buFont typeface="Unbounded"/>
              <a:buNone/>
              <a:defRPr sz="3500" b="1">
                <a:solidFill>
                  <a:schemeClr val="dk1"/>
                </a:solidFill>
                <a:latin typeface="Unbounded"/>
                <a:ea typeface="Unbounded"/>
                <a:cs typeface="Unbounded"/>
                <a:sym typeface="Unbounded"/>
              </a:defRPr>
            </a:lvl2pPr>
            <a:lvl3pPr lvl="2">
              <a:spcBef>
                <a:spcPts val="0"/>
              </a:spcBef>
              <a:spcAft>
                <a:spcPts val="0"/>
              </a:spcAft>
              <a:buClr>
                <a:schemeClr val="dk1"/>
              </a:buClr>
              <a:buSzPts val="3500"/>
              <a:buFont typeface="Unbounded"/>
              <a:buNone/>
              <a:defRPr sz="3500" b="1">
                <a:solidFill>
                  <a:schemeClr val="dk1"/>
                </a:solidFill>
                <a:latin typeface="Unbounded"/>
                <a:ea typeface="Unbounded"/>
                <a:cs typeface="Unbounded"/>
                <a:sym typeface="Unbounded"/>
              </a:defRPr>
            </a:lvl3pPr>
            <a:lvl4pPr lvl="3">
              <a:spcBef>
                <a:spcPts val="0"/>
              </a:spcBef>
              <a:spcAft>
                <a:spcPts val="0"/>
              </a:spcAft>
              <a:buClr>
                <a:schemeClr val="dk1"/>
              </a:buClr>
              <a:buSzPts val="3500"/>
              <a:buFont typeface="Unbounded"/>
              <a:buNone/>
              <a:defRPr sz="3500" b="1">
                <a:solidFill>
                  <a:schemeClr val="dk1"/>
                </a:solidFill>
                <a:latin typeface="Unbounded"/>
                <a:ea typeface="Unbounded"/>
                <a:cs typeface="Unbounded"/>
                <a:sym typeface="Unbounded"/>
              </a:defRPr>
            </a:lvl4pPr>
            <a:lvl5pPr lvl="4">
              <a:spcBef>
                <a:spcPts val="0"/>
              </a:spcBef>
              <a:spcAft>
                <a:spcPts val="0"/>
              </a:spcAft>
              <a:buClr>
                <a:schemeClr val="dk1"/>
              </a:buClr>
              <a:buSzPts val="3500"/>
              <a:buFont typeface="Unbounded"/>
              <a:buNone/>
              <a:defRPr sz="3500" b="1">
                <a:solidFill>
                  <a:schemeClr val="dk1"/>
                </a:solidFill>
                <a:latin typeface="Unbounded"/>
                <a:ea typeface="Unbounded"/>
                <a:cs typeface="Unbounded"/>
                <a:sym typeface="Unbounded"/>
              </a:defRPr>
            </a:lvl5pPr>
            <a:lvl6pPr lvl="5">
              <a:spcBef>
                <a:spcPts val="0"/>
              </a:spcBef>
              <a:spcAft>
                <a:spcPts val="0"/>
              </a:spcAft>
              <a:buClr>
                <a:schemeClr val="dk1"/>
              </a:buClr>
              <a:buSzPts val="3500"/>
              <a:buFont typeface="Unbounded"/>
              <a:buNone/>
              <a:defRPr sz="3500" b="1">
                <a:solidFill>
                  <a:schemeClr val="dk1"/>
                </a:solidFill>
                <a:latin typeface="Unbounded"/>
                <a:ea typeface="Unbounded"/>
                <a:cs typeface="Unbounded"/>
                <a:sym typeface="Unbounded"/>
              </a:defRPr>
            </a:lvl6pPr>
            <a:lvl7pPr lvl="6">
              <a:spcBef>
                <a:spcPts val="0"/>
              </a:spcBef>
              <a:spcAft>
                <a:spcPts val="0"/>
              </a:spcAft>
              <a:buClr>
                <a:schemeClr val="dk1"/>
              </a:buClr>
              <a:buSzPts val="3500"/>
              <a:buFont typeface="Unbounded"/>
              <a:buNone/>
              <a:defRPr sz="3500" b="1">
                <a:solidFill>
                  <a:schemeClr val="dk1"/>
                </a:solidFill>
                <a:latin typeface="Unbounded"/>
                <a:ea typeface="Unbounded"/>
                <a:cs typeface="Unbounded"/>
                <a:sym typeface="Unbounded"/>
              </a:defRPr>
            </a:lvl7pPr>
            <a:lvl8pPr lvl="7">
              <a:spcBef>
                <a:spcPts val="0"/>
              </a:spcBef>
              <a:spcAft>
                <a:spcPts val="0"/>
              </a:spcAft>
              <a:buClr>
                <a:schemeClr val="dk1"/>
              </a:buClr>
              <a:buSzPts val="3500"/>
              <a:buFont typeface="Unbounded"/>
              <a:buNone/>
              <a:defRPr sz="3500" b="1">
                <a:solidFill>
                  <a:schemeClr val="dk1"/>
                </a:solidFill>
                <a:latin typeface="Unbounded"/>
                <a:ea typeface="Unbounded"/>
                <a:cs typeface="Unbounded"/>
                <a:sym typeface="Unbounded"/>
              </a:defRPr>
            </a:lvl8pPr>
            <a:lvl9pPr lvl="8">
              <a:spcBef>
                <a:spcPts val="0"/>
              </a:spcBef>
              <a:spcAft>
                <a:spcPts val="0"/>
              </a:spcAft>
              <a:buClr>
                <a:schemeClr val="dk1"/>
              </a:buClr>
              <a:buSzPts val="3500"/>
              <a:buFont typeface="Unbounded"/>
              <a:buNone/>
              <a:defRPr sz="3500" b="1">
                <a:solidFill>
                  <a:schemeClr val="dk1"/>
                </a:solidFill>
                <a:latin typeface="Unbounded"/>
                <a:ea typeface="Unbounded"/>
                <a:cs typeface="Unbounded"/>
                <a:sym typeface="Unbounded"/>
              </a:defRPr>
            </a:lvl9pPr>
          </a:lstStyle>
          <a:p>
            <a:endParaRPr/>
          </a:p>
        </p:txBody>
      </p:sp>
      <p:sp>
        <p:nvSpPr>
          <p:cNvPr id="519" name="Google Shape;519;p44"/>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1pPr>
            <a:lvl2pPr marL="914400" lvl="1" indent="-3175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2pPr>
            <a:lvl3pPr marL="1371600" lvl="2" indent="-3175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3pPr>
            <a:lvl4pPr marL="1828800" lvl="3" indent="-3175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4pPr>
            <a:lvl5pPr marL="2286000" lvl="4" indent="-3175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5pPr>
            <a:lvl6pPr marL="2743200" lvl="5" indent="-3175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6pPr>
            <a:lvl7pPr marL="3200400" lvl="6" indent="-3175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7pPr>
            <a:lvl8pPr marL="3657600" lvl="7" indent="-3175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8pPr>
            <a:lvl9pPr marL="4114800" lvl="8" indent="-3175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9pPr>
          </a:lstStyle>
          <a:p>
            <a:endParaRPr/>
          </a:p>
        </p:txBody>
      </p:sp>
      <p:sp>
        <p:nvSpPr>
          <p:cNvPr id="520" name="Google Shape;520;p44"/>
          <p:cNvSpPr txBox="1">
            <a:spLocks noGrp="1"/>
          </p:cNvSpPr>
          <p:nvPr>
            <p:ph type="sldNum" idx="12"/>
          </p:nvPr>
        </p:nvSpPr>
        <p:spPr>
          <a:xfrm>
            <a:off x="8463137" y="200451"/>
            <a:ext cx="548700" cy="393600"/>
          </a:xfrm>
          <a:prstGeom prst="rect">
            <a:avLst/>
          </a:prstGeom>
          <a:noFill/>
          <a:ln>
            <a:noFill/>
          </a:ln>
        </p:spPr>
        <p:txBody>
          <a:bodyPr spcFirstLastPara="1" wrap="square" lIns="91425" tIns="91425" rIns="91425" bIns="91425" anchor="t" anchorCtr="0">
            <a:noAutofit/>
          </a:bodyPr>
          <a:lstStyle>
            <a:lvl1pPr lvl="0" algn="r">
              <a:buNone/>
              <a:defRPr sz="1300">
                <a:solidFill>
                  <a:schemeClr val="dk1"/>
                </a:solidFill>
                <a:latin typeface="Spinnaker"/>
                <a:ea typeface="Spinnaker"/>
                <a:cs typeface="Spinnaker"/>
                <a:sym typeface="Spinnaker"/>
              </a:defRPr>
            </a:lvl1pPr>
            <a:lvl2pPr lvl="1" algn="r">
              <a:buNone/>
              <a:defRPr sz="1300">
                <a:solidFill>
                  <a:schemeClr val="dk1"/>
                </a:solidFill>
                <a:latin typeface="Spinnaker"/>
                <a:ea typeface="Spinnaker"/>
                <a:cs typeface="Spinnaker"/>
                <a:sym typeface="Spinnaker"/>
              </a:defRPr>
            </a:lvl2pPr>
            <a:lvl3pPr lvl="2" algn="r">
              <a:buNone/>
              <a:defRPr sz="1300">
                <a:solidFill>
                  <a:schemeClr val="dk1"/>
                </a:solidFill>
                <a:latin typeface="Spinnaker"/>
                <a:ea typeface="Spinnaker"/>
                <a:cs typeface="Spinnaker"/>
                <a:sym typeface="Spinnaker"/>
              </a:defRPr>
            </a:lvl3pPr>
            <a:lvl4pPr lvl="3" algn="r">
              <a:buNone/>
              <a:defRPr sz="1300">
                <a:solidFill>
                  <a:schemeClr val="dk1"/>
                </a:solidFill>
                <a:latin typeface="Spinnaker"/>
                <a:ea typeface="Spinnaker"/>
                <a:cs typeface="Spinnaker"/>
                <a:sym typeface="Spinnaker"/>
              </a:defRPr>
            </a:lvl4pPr>
            <a:lvl5pPr lvl="4" algn="r">
              <a:buNone/>
              <a:defRPr sz="1300">
                <a:solidFill>
                  <a:schemeClr val="dk1"/>
                </a:solidFill>
                <a:latin typeface="Spinnaker"/>
                <a:ea typeface="Spinnaker"/>
                <a:cs typeface="Spinnaker"/>
                <a:sym typeface="Spinnaker"/>
              </a:defRPr>
            </a:lvl5pPr>
            <a:lvl6pPr lvl="5" algn="r">
              <a:buNone/>
              <a:defRPr sz="1300">
                <a:solidFill>
                  <a:schemeClr val="dk1"/>
                </a:solidFill>
                <a:latin typeface="Spinnaker"/>
                <a:ea typeface="Spinnaker"/>
                <a:cs typeface="Spinnaker"/>
                <a:sym typeface="Spinnaker"/>
              </a:defRPr>
            </a:lvl6pPr>
            <a:lvl7pPr lvl="6" algn="r">
              <a:buNone/>
              <a:defRPr sz="1300">
                <a:solidFill>
                  <a:schemeClr val="dk1"/>
                </a:solidFill>
                <a:latin typeface="Spinnaker"/>
                <a:ea typeface="Spinnaker"/>
                <a:cs typeface="Spinnaker"/>
                <a:sym typeface="Spinnaker"/>
              </a:defRPr>
            </a:lvl7pPr>
            <a:lvl8pPr lvl="7" algn="r">
              <a:buNone/>
              <a:defRPr sz="1300">
                <a:solidFill>
                  <a:schemeClr val="dk1"/>
                </a:solidFill>
                <a:latin typeface="Spinnaker"/>
                <a:ea typeface="Spinnaker"/>
                <a:cs typeface="Spinnaker"/>
                <a:sym typeface="Spinnaker"/>
              </a:defRPr>
            </a:lvl8pPr>
            <a:lvl9pPr lvl="8" algn="r">
              <a:buNone/>
              <a:defRPr sz="1300">
                <a:solidFill>
                  <a:schemeClr val="dk1"/>
                </a:solidFill>
                <a:latin typeface="Spinnaker"/>
                <a:ea typeface="Spinnaker"/>
                <a:cs typeface="Spinnaker"/>
                <a:sym typeface="Spinnaker"/>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 id="2147483707" r:id="rId18"/>
    <p:sldLayoutId id="2147483708" r:id="rId19"/>
    <p:sldLayoutId id="2147483709" r:id="rId20"/>
    <p:sldLayoutId id="2147483710" r:id="rId21"/>
    <p:sldLayoutId id="2147483711" r:id="rId22"/>
    <p:sldLayoutId id="2147483712" r:id="rId23"/>
    <p:sldLayoutId id="2147483713" r:id="rId24"/>
    <p:sldLayoutId id="2147483714" r:id="rId25"/>
    <p:sldLayoutId id="2147483715" r:id="rId26"/>
    <p:sldLayoutId id="2147483716" r:id="rId2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56"/>
        <p:cNvGrpSpPr/>
        <p:nvPr/>
      </p:nvGrpSpPr>
      <p:grpSpPr>
        <a:xfrm>
          <a:off x="0" y="0"/>
          <a:ext cx="0" cy="0"/>
          <a:chOff x="0" y="0"/>
          <a:chExt cx="0" cy="0"/>
        </a:xfrm>
      </p:grpSpPr>
      <p:sp>
        <p:nvSpPr>
          <p:cNvPr id="957" name="Google Shape;957;p73"/>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Unbounded"/>
              <a:buNone/>
              <a:defRPr sz="3000" b="1">
                <a:solidFill>
                  <a:schemeClr val="dk1"/>
                </a:solidFill>
                <a:latin typeface="Unbounded"/>
                <a:ea typeface="Unbounded"/>
                <a:cs typeface="Unbounded"/>
                <a:sym typeface="Unbounded"/>
              </a:defRPr>
            </a:lvl1pPr>
            <a:lvl2pPr lvl="1">
              <a:spcBef>
                <a:spcPts val="0"/>
              </a:spcBef>
              <a:spcAft>
                <a:spcPts val="0"/>
              </a:spcAft>
              <a:buClr>
                <a:schemeClr val="dk1"/>
              </a:buClr>
              <a:buSzPts val="3500"/>
              <a:buFont typeface="Unbounded"/>
              <a:buNone/>
              <a:defRPr sz="3500" b="1">
                <a:solidFill>
                  <a:schemeClr val="dk1"/>
                </a:solidFill>
                <a:latin typeface="Unbounded"/>
                <a:ea typeface="Unbounded"/>
                <a:cs typeface="Unbounded"/>
                <a:sym typeface="Unbounded"/>
              </a:defRPr>
            </a:lvl2pPr>
            <a:lvl3pPr lvl="2">
              <a:spcBef>
                <a:spcPts val="0"/>
              </a:spcBef>
              <a:spcAft>
                <a:spcPts val="0"/>
              </a:spcAft>
              <a:buClr>
                <a:schemeClr val="dk1"/>
              </a:buClr>
              <a:buSzPts val="3500"/>
              <a:buFont typeface="Unbounded"/>
              <a:buNone/>
              <a:defRPr sz="3500" b="1">
                <a:solidFill>
                  <a:schemeClr val="dk1"/>
                </a:solidFill>
                <a:latin typeface="Unbounded"/>
                <a:ea typeface="Unbounded"/>
                <a:cs typeface="Unbounded"/>
                <a:sym typeface="Unbounded"/>
              </a:defRPr>
            </a:lvl3pPr>
            <a:lvl4pPr lvl="3">
              <a:spcBef>
                <a:spcPts val="0"/>
              </a:spcBef>
              <a:spcAft>
                <a:spcPts val="0"/>
              </a:spcAft>
              <a:buClr>
                <a:schemeClr val="dk1"/>
              </a:buClr>
              <a:buSzPts val="3500"/>
              <a:buFont typeface="Unbounded"/>
              <a:buNone/>
              <a:defRPr sz="3500" b="1">
                <a:solidFill>
                  <a:schemeClr val="dk1"/>
                </a:solidFill>
                <a:latin typeface="Unbounded"/>
                <a:ea typeface="Unbounded"/>
                <a:cs typeface="Unbounded"/>
                <a:sym typeface="Unbounded"/>
              </a:defRPr>
            </a:lvl4pPr>
            <a:lvl5pPr lvl="4">
              <a:spcBef>
                <a:spcPts val="0"/>
              </a:spcBef>
              <a:spcAft>
                <a:spcPts val="0"/>
              </a:spcAft>
              <a:buClr>
                <a:schemeClr val="dk1"/>
              </a:buClr>
              <a:buSzPts val="3500"/>
              <a:buFont typeface="Unbounded"/>
              <a:buNone/>
              <a:defRPr sz="3500" b="1">
                <a:solidFill>
                  <a:schemeClr val="dk1"/>
                </a:solidFill>
                <a:latin typeface="Unbounded"/>
                <a:ea typeface="Unbounded"/>
                <a:cs typeface="Unbounded"/>
                <a:sym typeface="Unbounded"/>
              </a:defRPr>
            </a:lvl5pPr>
            <a:lvl6pPr lvl="5">
              <a:spcBef>
                <a:spcPts val="0"/>
              </a:spcBef>
              <a:spcAft>
                <a:spcPts val="0"/>
              </a:spcAft>
              <a:buClr>
                <a:schemeClr val="dk1"/>
              </a:buClr>
              <a:buSzPts val="3500"/>
              <a:buFont typeface="Unbounded"/>
              <a:buNone/>
              <a:defRPr sz="3500" b="1">
                <a:solidFill>
                  <a:schemeClr val="dk1"/>
                </a:solidFill>
                <a:latin typeface="Unbounded"/>
                <a:ea typeface="Unbounded"/>
                <a:cs typeface="Unbounded"/>
                <a:sym typeface="Unbounded"/>
              </a:defRPr>
            </a:lvl6pPr>
            <a:lvl7pPr lvl="6">
              <a:spcBef>
                <a:spcPts val="0"/>
              </a:spcBef>
              <a:spcAft>
                <a:spcPts val="0"/>
              </a:spcAft>
              <a:buClr>
                <a:schemeClr val="dk1"/>
              </a:buClr>
              <a:buSzPts val="3500"/>
              <a:buFont typeface="Unbounded"/>
              <a:buNone/>
              <a:defRPr sz="3500" b="1">
                <a:solidFill>
                  <a:schemeClr val="dk1"/>
                </a:solidFill>
                <a:latin typeface="Unbounded"/>
                <a:ea typeface="Unbounded"/>
                <a:cs typeface="Unbounded"/>
                <a:sym typeface="Unbounded"/>
              </a:defRPr>
            </a:lvl7pPr>
            <a:lvl8pPr lvl="7">
              <a:spcBef>
                <a:spcPts val="0"/>
              </a:spcBef>
              <a:spcAft>
                <a:spcPts val="0"/>
              </a:spcAft>
              <a:buClr>
                <a:schemeClr val="dk1"/>
              </a:buClr>
              <a:buSzPts val="3500"/>
              <a:buFont typeface="Unbounded"/>
              <a:buNone/>
              <a:defRPr sz="3500" b="1">
                <a:solidFill>
                  <a:schemeClr val="dk1"/>
                </a:solidFill>
                <a:latin typeface="Unbounded"/>
                <a:ea typeface="Unbounded"/>
                <a:cs typeface="Unbounded"/>
                <a:sym typeface="Unbounded"/>
              </a:defRPr>
            </a:lvl8pPr>
            <a:lvl9pPr lvl="8">
              <a:spcBef>
                <a:spcPts val="0"/>
              </a:spcBef>
              <a:spcAft>
                <a:spcPts val="0"/>
              </a:spcAft>
              <a:buClr>
                <a:schemeClr val="dk1"/>
              </a:buClr>
              <a:buSzPts val="3500"/>
              <a:buFont typeface="Unbounded"/>
              <a:buNone/>
              <a:defRPr sz="3500" b="1">
                <a:solidFill>
                  <a:schemeClr val="dk1"/>
                </a:solidFill>
                <a:latin typeface="Unbounded"/>
                <a:ea typeface="Unbounded"/>
                <a:cs typeface="Unbounded"/>
                <a:sym typeface="Unbounded"/>
              </a:defRPr>
            </a:lvl9pPr>
          </a:lstStyle>
          <a:p>
            <a:endParaRPr/>
          </a:p>
        </p:txBody>
      </p:sp>
      <p:sp>
        <p:nvSpPr>
          <p:cNvPr id="958" name="Google Shape;958;p73"/>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1pPr>
            <a:lvl2pPr marL="914400" lvl="1" indent="-3175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2pPr>
            <a:lvl3pPr marL="1371600" lvl="2" indent="-3175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3pPr>
            <a:lvl4pPr marL="1828800" lvl="3" indent="-3175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4pPr>
            <a:lvl5pPr marL="2286000" lvl="4" indent="-3175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5pPr>
            <a:lvl6pPr marL="2743200" lvl="5" indent="-3175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6pPr>
            <a:lvl7pPr marL="3200400" lvl="6" indent="-3175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7pPr>
            <a:lvl8pPr marL="3657600" lvl="7" indent="-3175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8pPr>
            <a:lvl9pPr marL="4114800" lvl="8" indent="-3175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9pPr>
          </a:lstStyle>
          <a:p>
            <a:endParaRPr/>
          </a:p>
        </p:txBody>
      </p:sp>
      <p:sp>
        <p:nvSpPr>
          <p:cNvPr id="959" name="Google Shape;959;p73"/>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lvl="0" algn="r">
              <a:buNone/>
              <a:defRPr sz="1300">
                <a:solidFill>
                  <a:schemeClr val="dk1"/>
                </a:solidFill>
                <a:latin typeface="Spinnaker"/>
                <a:ea typeface="Spinnaker"/>
                <a:cs typeface="Spinnaker"/>
                <a:sym typeface="Spinnaker"/>
              </a:defRPr>
            </a:lvl1pPr>
            <a:lvl2pPr lvl="1" algn="r">
              <a:buNone/>
              <a:defRPr sz="1300">
                <a:solidFill>
                  <a:schemeClr val="dk1"/>
                </a:solidFill>
                <a:latin typeface="Spinnaker"/>
                <a:ea typeface="Spinnaker"/>
                <a:cs typeface="Spinnaker"/>
                <a:sym typeface="Spinnaker"/>
              </a:defRPr>
            </a:lvl2pPr>
            <a:lvl3pPr lvl="2" algn="r">
              <a:buNone/>
              <a:defRPr sz="1300">
                <a:solidFill>
                  <a:schemeClr val="dk1"/>
                </a:solidFill>
                <a:latin typeface="Spinnaker"/>
                <a:ea typeface="Spinnaker"/>
                <a:cs typeface="Spinnaker"/>
                <a:sym typeface="Spinnaker"/>
              </a:defRPr>
            </a:lvl3pPr>
            <a:lvl4pPr lvl="3" algn="r">
              <a:buNone/>
              <a:defRPr sz="1300">
                <a:solidFill>
                  <a:schemeClr val="dk1"/>
                </a:solidFill>
                <a:latin typeface="Spinnaker"/>
                <a:ea typeface="Spinnaker"/>
                <a:cs typeface="Spinnaker"/>
                <a:sym typeface="Spinnaker"/>
              </a:defRPr>
            </a:lvl4pPr>
            <a:lvl5pPr lvl="4" algn="r">
              <a:buNone/>
              <a:defRPr sz="1300">
                <a:solidFill>
                  <a:schemeClr val="dk1"/>
                </a:solidFill>
                <a:latin typeface="Spinnaker"/>
                <a:ea typeface="Spinnaker"/>
                <a:cs typeface="Spinnaker"/>
                <a:sym typeface="Spinnaker"/>
              </a:defRPr>
            </a:lvl5pPr>
            <a:lvl6pPr lvl="5" algn="r">
              <a:buNone/>
              <a:defRPr sz="1300">
                <a:solidFill>
                  <a:schemeClr val="dk1"/>
                </a:solidFill>
                <a:latin typeface="Spinnaker"/>
                <a:ea typeface="Spinnaker"/>
                <a:cs typeface="Spinnaker"/>
                <a:sym typeface="Spinnaker"/>
              </a:defRPr>
            </a:lvl6pPr>
            <a:lvl7pPr lvl="6" algn="r">
              <a:buNone/>
              <a:defRPr sz="1300">
                <a:solidFill>
                  <a:schemeClr val="dk1"/>
                </a:solidFill>
                <a:latin typeface="Spinnaker"/>
                <a:ea typeface="Spinnaker"/>
                <a:cs typeface="Spinnaker"/>
                <a:sym typeface="Spinnaker"/>
              </a:defRPr>
            </a:lvl7pPr>
            <a:lvl8pPr lvl="7" algn="r">
              <a:buNone/>
              <a:defRPr sz="1300">
                <a:solidFill>
                  <a:schemeClr val="dk1"/>
                </a:solidFill>
                <a:latin typeface="Spinnaker"/>
                <a:ea typeface="Spinnaker"/>
                <a:cs typeface="Spinnaker"/>
                <a:sym typeface="Spinnaker"/>
              </a:defRPr>
            </a:lvl8pPr>
            <a:lvl9pPr lvl="8" algn="r">
              <a:buNone/>
              <a:defRPr sz="1300">
                <a:solidFill>
                  <a:schemeClr val="dk1"/>
                </a:solidFill>
                <a:latin typeface="Spinnaker"/>
                <a:ea typeface="Spinnaker"/>
                <a:cs typeface="Spinnaker"/>
                <a:sym typeface="Spinnaker"/>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 id="2147483728" r:id="rId12"/>
    <p:sldLayoutId id="2147483729" r:id="rId13"/>
    <p:sldLayoutId id="2147483730" r:id="rId14"/>
    <p:sldLayoutId id="2147483731" r:id="rId15"/>
    <p:sldLayoutId id="2147483732" r:id="rId16"/>
    <p:sldLayoutId id="2147483733" r:id="rId17"/>
    <p:sldLayoutId id="2147483734" r:id="rId18"/>
    <p:sldLayoutId id="2147483735" r:id="rId19"/>
    <p:sldLayoutId id="2147483736" r:id="rId20"/>
    <p:sldLayoutId id="2147483737" r:id="rId21"/>
    <p:sldLayoutId id="2147483738" r:id="rId22"/>
    <p:sldLayoutId id="2147483739" r:id="rId23"/>
    <p:sldLayoutId id="2147483740" r:id="rId24"/>
    <p:sldLayoutId id="2147483741" r:id="rId25"/>
    <p:sldLayoutId id="2147483742" r:id="rId26"/>
    <p:sldLayoutId id="2147483743" r:id="rId27"/>
    <p:sldLayoutId id="2147483744" r:id="rId2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395"/>
        <p:cNvGrpSpPr/>
        <p:nvPr/>
      </p:nvGrpSpPr>
      <p:grpSpPr>
        <a:xfrm>
          <a:off x="0" y="0"/>
          <a:ext cx="0" cy="0"/>
          <a:chOff x="0" y="0"/>
          <a:chExt cx="0" cy="0"/>
        </a:xfrm>
      </p:grpSpPr>
      <p:sp>
        <p:nvSpPr>
          <p:cNvPr id="1396" name="Google Shape;1396;p102"/>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Unbounded"/>
              <a:buNone/>
              <a:defRPr sz="3000" b="1">
                <a:solidFill>
                  <a:schemeClr val="dk1"/>
                </a:solidFill>
                <a:latin typeface="Unbounded"/>
                <a:ea typeface="Unbounded"/>
                <a:cs typeface="Unbounded"/>
                <a:sym typeface="Unbounded"/>
              </a:defRPr>
            </a:lvl1pPr>
            <a:lvl2pPr lvl="1">
              <a:spcBef>
                <a:spcPts val="0"/>
              </a:spcBef>
              <a:spcAft>
                <a:spcPts val="0"/>
              </a:spcAft>
              <a:buClr>
                <a:schemeClr val="dk1"/>
              </a:buClr>
              <a:buSzPts val="3500"/>
              <a:buFont typeface="Unbounded"/>
              <a:buNone/>
              <a:defRPr sz="3500" b="1">
                <a:solidFill>
                  <a:schemeClr val="dk1"/>
                </a:solidFill>
                <a:latin typeface="Unbounded"/>
                <a:ea typeface="Unbounded"/>
                <a:cs typeface="Unbounded"/>
                <a:sym typeface="Unbounded"/>
              </a:defRPr>
            </a:lvl2pPr>
            <a:lvl3pPr lvl="2">
              <a:spcBef>
                <a:spcPts val="0"/>
              </a:spcBef>
              <a:spcAft>
                <a:spcPts val="0"/>
              </a:spcAft>
              <a:buClr>
                <a:schemeClr val="dk1"/>
              </a:buClr>
              <a:buSzPts val="3500"/>
              <a:buFont typeface="Unbounded"/>
              <a:buNone/>
              <a:defRPr sz="3500" b="1">
                <a:solidFill>
                  <a:schemeClr val="dk1"/>
                </a:solidFill>
                <a:latin typeface="Unbounded"/>
                <a:ea typeface="Unbounded"/>
                <a:cs typeface="Unbounded"/>
                <a:sym typeface="Unbounded"/>
              </a:defRPr>
            </a:lvl3pPr>
            <a:lvl4pPr lvl="3">
              <a:spcBef>
                <a:spcPts val="0"/>
              </a:spcBef>
              <a:spcAft>
                <a:spcPts val="0"/>
              </a:spcAft>
              <a:buClr>
                <a:schemeClr val="dk1"/>
              </a:buClr>
              <a:buSzPts val="3500"/>
              <a:buFont typeface="Unbounded"/>
              <a:buNone/>
              <a:defRPr sz="3500" b="1">
                <a:solidFill>
                  <a:schemeClr val="dk1"/>
                </a:solidFill>
                <a:latin typeface="Unbounded"/>
                <a:ea typeface="Unbounded"/>
                <a:cs typeface="Unbounded"/>
                <a:sym typeface="Unbounded"/>
              </a:defRPr>
            </a:lvl4pPr>
            <a:lvl5pPr lvl="4">
              <a:spcBef>
                <a:spcPts val="0"/>
              </a:spcBef>
              <a:spcAft>
                <a:spcPts val="0"/>
              </a:spcAft>
              <a:buClr>
                <a:schemeClr val="dk1"/>
              </a:buClr>
              <a:buSzPts val="3500"/>
              <a:buFont typeface="Unbounded"/>
              <a:buNone/>
              <a:defRPr sz="3500" b="1">
                <a:solidFill>
                  <a:schemeClr val="dk1"/>
                </a:solidFill>
                <a:latin typeface="Unbounded"/>
                <a:ea typeface="Unbounded"/>
                <a:cs typeface="Unbounded"/>
                <a:sym typeface="Unbounded"/>
              </a:defRPr>
            </a:lvl5pPr>
            <a:lvl6pPr lvl="5">
              <a:spcBef>
                <a:spcPts val="0"/>
              </a:spcBef>
              <a:spcAft>
                <a:spcPts val="0"/>
              </a:spcAft>
              <a:buClr>
                <a:schemeClr val="dk1"/>
              </a:buClr>
              <a:buSzPts val="3500"/>
              <a:buFont typeface="Unbounded"/>
              <a:buNone/>
              <a:defRPr sz="3500" b="1">
                <a:solidFill>
                  <a:schemeClr val="dk1"/>
                </a:solidFill>
                <a:latin typeface="Unbounded"/>
                <a:ea typeface="Unbounded"/>
                <a:cs typeface="Unbounded"/>
                <a:sym typeface="Unbounded"/>
              </a:defRPr>
            </a:lvl6pPr>
            <a:lvl7pPr lvl="6">
              <a:spcBef>
                <a:spcPts val="0"/>
              </a:spcBef>
              <a:spcAft>
                <a:spcPts val="0"/>
              </a:spcAft>
              <a:buClr>
                <a:schemeClr val="dk1"/>
              </a:buClr>
              <a:buSzPts val="3500"/>
              <a:buFont typeface="Unbounded"/>
              <a:buNone/>
              <a:defRPr sz="3500" b="1">
                <a:solidFill>
                  <a:schemeClr val="dk1"/>
                </a:solidFill>
                <a:latin typeface="Unbounded"/>
                <a:ea typeface="Unbounded"/>
                <a:cs typeface="Unbounded"/>
                <a:sym typeface="Unbounded"/>
              </a:defRPr>
            </a:lvl7pPr>
            <a:lvl8pPr lvl="7">
              <a:spcBef>
                <a:spcPts val="0"/>
              </a:spcBef>
              <a:spcAft>
                <a:spcPts val="0"/>
              </a:spcAft>
              <a:buClr>
                <a:schemeClr val="dk1"/>
              </a:buClr>
              <a:buSzPts val="3500"/>
              <a:buFont typeface="Unbounded"/>
              <a:buNone/>
              <a:defRPr sz="3500" b="1">
                <a:solidFill>
                  <a:schemeClr val="dk1"/>
                </a:solidFill>
                <a:latin typeface="Unbounded"/>
                <a:ea typeface="Unbounded"/>
                <a:cs typeface="Unbounded"/>
                <a:sym typeface="Unbounded"/>
              </a:defRPr>
            </a:lvl8pPr>
            <a:lvl9pPr lvl="8">
              <a:spcBef>
                <a:spcPts val="0"/>
              </a:spcBef>
              <a:spcAft>
                <a:spcPts val="0"/>
              </a:spcAft>
              <a:buClr>
                <a:schemeClr val="dk1"/>
              </a:buClr>
              <a:buSzPts val="3500"/>
              <a:buFont typeface="Unbounded"/>
              <a:buNone/>
              <a:defRPr sz="3500" b="1">
                <a:solidFill>
                  <a:schemeClr val="dk1"/>
                </a:solidFill>
                <a:latin typeface="Unbounded"/>
                <a:ea typeface="Unbounded"/>
                <a:cs typeface="Unbounded"/>
                <a:sym typeface="Unbounded"/>
              </a:defRPr>
            </a:lvl9pPr>
          </a:lstStyle>
          <a:p>
            <a:endParaRPr/>
          </a:p>
        </p:txBody>
      </p:sp>
      <p:sp>
        <p:nvSpPr>
          <p:cNvPr id="1397" name="Google Shape;1397;p102"/>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1pPr>
            <a:lvl2pPr marL="914400" lvl="1" indent="-3175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2pPr>
            <a:lvl3pPr marL="1371600" lvl="2" indent="-3175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3pPr>
            <a:lvl4pPr marL="1828800" lvl="3" indent="-3175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4pPr>
            <a:lvl5pPr marL="2286000" lvl="4" indent="-3175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5pPr>
            <a:lvl6pPr marL="2743200" lvl="5" indent="-3175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6pPr>
            <a:lvl7pPr marL="3200400" lvl="6" indent="-3175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7pPr>
            <a:lvl8pPr marL="3657600" lvl="7" indent="-3175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8pPr>
            <a:lvl9pPr marL="4114800" lvl="8" indent="-3175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9pPr>
          </a:lstStyle>
          <a:p>
            <a:endParaRPr/>
          </a:p>
        </p:txBody>
      </p:sp>
      <p:sp>
        <p:nvSpPr>
          <p:cNvPr id="1398" name="Google Shape;1398;p102"/>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lvl="0" algn="r">
              <a:buNone/>
              <a:defRPr sz="1300">
                <a:solidFill>
                  <a:schemeClr val="dk1"/>
                </a:solidFill>
                <a:latin typeface="Spinnaker"/>
                <a:ea typeface="Spinnaker"/>
                <a:cs typeface="Spinnaker"/>
                <a:sym typeface="Spinnaker"/>
              </a:defRPr>
            </a:lvl1pPr>
            <a:lvl2pPr lvl="1" algn="r">
              <a:buNone/>
              <a:defRPr sz="1300">
                <a:solidFill>
                  <a:schemeClr val="dk1"/>
                </a:solidFill>
                <a:latin typeface="Spinnaker"/>
                <a:ea typeface="Spinnaker"/>
                <a:cs typeface="Spinnaker"/>
                <a:sym typeface="Spinnaker"/>
              </a:defRPr>
            </a:lvl2pPr>
            <a:lvl3pPr lvl="2" algn="r">
              <a:buNone/>
              <a:defRPr sz="1300">
                <a:solidFill>
                  <a:schemeClr val="dk1"/>
                </a:solidFill>
                <a:latin typeface="Spinnaker"/>
                <a:ea typeface="Spinnaker"/>
                <a:cs typeface="Spinnaker"/>
                <a:sym typeface="Spinnaker"/>
              </a:defRPr>
            </a:lvl3pPr>
            <a:lvl4pPr lvl="3" algn="r">
              <a:buNone/>
              <a:defRPr sz="1300">
                <a:solidFill>
                  <a:schemeClr val="dk1"/>
                </a:solidFill>
                <a:latin typeface="Spinnaker"/>
                <a:ea typeface="Spinnaker"/>
                <a:cs typeface="Spinnaker"/>
                <a:sym typeface="Spinnaker"/>
              </a:defRPr>
            </a:lvl4pPr>
            <a:lvl5pPr lvl="4" algn="r">
              <a:buNone/>
              <a:defRPr sz="1300">
                <a:solidFill>
                  <a:schemeClr val="dk1"/>
                </a:solidFill>
                <a:latin typeface="Spinnaker"/>
                <a:ea typeface="Spinnaker"/>
                <a:cs typeface="Spinnaker"/>
                <a:sym typeface="Spinnaker"/>
              </a:defRPr>
            </a:lvl5pPr>
            <a:lvl6pPr lvl="5" algn="r">
              <a:buNone/>
              <a:defRPr sz="1300">
                <a:solidFill>
                  <a:schemeClr val="dk1"/>
                </a:solidFill>
                <a:latin typeface="Spinnaker"/>
                <a:ea typeface="Spinnaker"/>
                <a:cs typeface="Spinnaker"/>
                <a:sym typeface="Spinnaker"/>
              </a:defRPr>
            </a:lvl6pPr>
            <a:lvl7pPr lvl="6" algn="r">
              <a:buNone/>
              <a:defRPr sz="1300">
                <a:solidFill>
                  <a:schemeClr val="dk1"/>
                </a:solidFill>
                <a:latin typeface="Spinnaker"/>
                <a:ea typeface="Spinnaker"/>
                <a:cs typeface="Spinnaker"/>
                <a:sym typeface="Spinnaker"/>
              </a:defRPr>
            </a:lvl7pPr>
            <a:lvl8pPr lvl="7" algn="r">
              <a:buNone/>
              <a:defRPr sz="1300">
                <a:solidFill>
                  <a:schemeClr val="dk1"/>
                </a:solidFill>
                <a:latin typeface="Spinnaker"/>
                <a:ea typeface="Spinnaker"/>
                <a:cs typeface="Spinnaker"/>
                <a:sym typeface="Spinnaker"/>
              </a:defRPr>
            </a:lvl8pPr>
            <a:lvl9pPr lvl="8" algn="r">
              <a:buNone/>
              <a:defRPr sz="1300">
                <a:solidFill>
                  <a:schemeClr val="dk1"/>
                </a:solidFill>
                <a:latin typeface="Spinnaker"/>
                <a:ea typeface="Spinnaker"/>
                <a:cs typeface="Spinnaker"/>
                <a:sym typeface="Spinnaker"/>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 id="2147483762" r:id="rId18"/>
    <p:sldLayoutId id="2147483763" r:id="rId19"/>
    <p:sldLayoutId id="2147483764" r:id="rId20"/>
    <p:sldLayoutId id="2147483765" r:id="rId21"/>
    <p:sldLayoutId id="2147483766" r:id="rId22"/>
    <p:sldLayoutId id="2147483767" r:id="rId23"/>
    <p:sldLayoutId id="2147483768" r:id="rId24"/>
    <p:sldLayoutId id="2147483769" r:id="rId25"/>
    <p:sldLayoutId id="2147483770" r:id="rId26"/>
    <p:sldLayoutId id="2147483771" r:id="rId27"/>
    <p:sldLayoutId id="2147483772" r:id="rId2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5.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9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61.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14.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14.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61.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92.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1.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61.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61.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6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06"/>
        <p:cNvGrpSpPr/>
        <p:nvPr/>
      </p:nvGrpSpPr>
      <p:grpSpPr>
        <a:xfrm>
          <a:off x="0" y="0"/>
          <a:ext cx="0" cy="0"/>
          <a:chOff x="0" y="0"/>
          <a:chExt cx="0" cy="0"/>
        </a:xfrm>
      </p:grpSpPr>
      <p:sp>
        <p:nvSpPr>
          <p:cNvPr id="4507" name="Google Shape;4507;p310"/>
          <p:cNvSpPr txBox="1">
            <a:spLocks noGrp="1"/>
          </p:cNvSpPr>
          <p:nvPr>
            <p:ph type="ctrTitle"/>
          </p:nvPr>
        </p:nvSpPr>
        <p:spPr>
          <a:xfrm>
            <a:off x="1436625" y="1367050"/>
            <a:ext cx="6347100" cy="2011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b="0">
                <a:latin typeface="Unbounded ExtraBold"/>
                <a:ea typeface="Unbounded ExtraBold"/>
                <a:cs typeface="Unbounded ExtraBold"/>
                <a:sym typeface="Unbounded ExtraBold"/>
              </a:rPr>
              <a:t>760 Series Long-Term Trial</a:t>
            </a:r>
            <a:endParaRPr sz="2800" b="0"/>
          </a:p>
        </p:txBody>
      </p:sp>
      <p:sp>
        <p:nvSpPr>
          <p:cNvPr id="4508" name="Google Shape;4508;p310"/>
          <p:cNvSpPr txBox="1">
            <a:spLocks noGrp="1"/>
          </p:cNvSpPr>
          <p:nvPr>
            <p:ph type="subTitle" idx="1"/>
          </p:nvPr>
        </p:nvSpPr>
        <p:spPr>
          <a:xfrm>
            <a:off x="1670700" y="3602688"/>
            <a:ext cx="5802600" cy="25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191919"/>
                </a:solidFill>
              </a:rPr>
              <a:t>By: Jack Magalsky, Aaron Gallego, Kevin Maehlmann</a:t>
            </a:r>
            <a:endParaRPr>
              <a:solidFill>
                <a:srgbClr val="191919"/>
              </a:solidFill>
            </a:endParaRPr>
          </a:p>
        </p:txBody>
      </p:sp>
      <p:cxnSp>
        <p:nvCxnSpPr>
          <p:cNvPr id="4509" name="Google Shape;4509;p310"/>
          <p:cNvCxnSpPr/>
          <p:nvPr/>
        </p:nvCxnSpPr>
        <p:spPr>
          <a:xfrm>
            <a:off x="1792350" y="3456500"/>
            <a:ext cx="5559300" cy="0"/>
          </a:xfrm>
          <a:prstGeom prst="straightConnector1">
            <a:avLst/>
          </a:prstGeom>
          <a:noFill/>
          <a:ln w="19050" cap="flat" cmpd="sng">
            <a:solidFill>
              <a:schemeClr val="lt2"/>
            </a:solidFill>
            <a:prstDash val="solid"/>
            <a:round/>
            <a:headEnd type="none" w="med" len="med"/>
            <a:tailEnd type="none" w="med" len="med"/>
          </a:ln>
        </p:spPr>
      </p:cxnSp>
      <p:cxnSp>
        <p:nvCxnSpPr>
          <p:cNvPr id="4510" name="Google Shape;4510;p310"/>
          <p:cNvCxnSpPr/>
          <p:nvPr/>
        </p:nvCxnSpPr>
        <p:spPr>
          <a:xfrm>
            <a:off x="1792350" y="1288800"/>
            <a:ext cx="5559300" cy="0"/>
          </a:xfrm>
          <a:prstGeom prst="straightConnector1">
            <a:avLst/>
          </a:prstGeom>
          <a:noFill/>
          <a:ln w="19050" cap="flat" cmpd="sng">
            <a:solidFill>
              <a:schemeClr val="lt2"/>
            </a:solidFill>
            <a:prstDash val="solid"/>
            <a:round/>
            <a:headEnd type="none" w="med" len="med"/>
            <a:tailEnd type="none" w="med" len="med"/>
          </a:ln>
        </p:spPr>
      </p:cxnSp>
      <p:sp>
        <p:nvSpPr>
          <p:cNvPr id="4511" name="Google Shape;4511;p310"/>
          <p:cNvSpPr txBox="1">
            <a:spLocks noGrp="1"/>
          </p:cNvSpPr>
          <p:nvPr>
            <p:ph type="sldNum" idx="12"/>
          </p:nvPr>
        </p:nvSpPr>
        <p:spPr>
          <a:xfrm>
            <a:off x="8463109" y="23119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515"/>
        <p:cNvGrpSpPr/>
        <p:nvPr/>
      </p:nvGrpSpPr>
      <p:grpSpPr>
        <a:xfrm>
          <a:off x="0" y="0"/>
          <a:ext cx="0" cy="0"/>
          <a:chOff x="0" y="0"/>
          <a:chExt cx="0" cy="0"/>
        </a:xfrm>
      </p:grpSpPr>
      <p:sp>
        <p:nvSpPr>
          <p:cNvPr id="4516" name="Google Shape;4516;p31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Modeling Sub Questions</a:t>
            </a:r>
            <a:endParaRPr/>
          </a:p>
        </p:txBody>
      </p:sp>
      <p:graphicFrame>
        <p:nvGraphicFramePr>
          <p:cNvPr id="4517" name="Google Shape;4517;p311"/>
          <p:cNvGraphicFramePr/>
          <p:nvPr/>
        </p:nvGraphicFramePr>
        <p:xfrm>
          <a:off x="720000" y="1355925"/>
          <a:ext cx="6809825" cy="2234000"/>
        </p:xfrm>
        <a:graphic>
          <a:graphicData uri="http://schemas.openxmlformats.org/drawingml/2006/table">
            <a:tbl>
              <a:tblPr>
                <a:noFill/>
                <a:tableStyleId>{57BE00EA-FF9C-4525-83ED-70FDE4E5B2CA}</a:tableStyleId>
              </a:tblPr>
              <a:tblGrid>
                <a:gridCol w="2155325">
                  <a:extLst>
                    <a:ext uri="{9D8B030D-6E8A-4147-A177-3AD203B41FA5}">
                      <a16:colId xmlns:a16="http://schemas.microsoft.com/office/drawing/2014/main" val="20000"/>
                    </a:ext>
                  </a:extLst>
                </a:gridCol>
                <a:gridCol w="4654500">
                  <a:extLst>
                    <a:ext uri="{9D8B030D-6E8A-4147-A177-3AD203B41FA5}">
                      <a16:colId xmlns:a16="http://schemas.microsoft.com/office/drawing/2014/main" val="20001"/>
                    </a:ext>
                  </a:extLst>
                </a:gridCol>
              </a:tblGrid>
              <a:tr h="1090650">
                <a:tc>
                  <a:txBody>
                    <a:bodyPr/>
                    <a:lstStyle/>
                    <a:p>
                      <a:pPr marL="0" lvl="0" indent="0" algn="l" rtl="0">
                        <a:spcBef>
                          <a:spcPts val="0"/>
                        </a:spcBef>
                        <a:spcAft>
                          <a:spcPts val="0"/>
                        </a:spcAft>
                        <a:buNone/>
                      </a:pPr>
                      <a:endParaRPr sz="1000" b="1">
                        <a:solidFill>
                          <a:schemeClr val="dk1"/>
                        </a:solidFill>
                        <a:latin typeface="Spinnaker"/>
                        <a:ea typeface="Spinnaker"/>
                        <a:cs typeface="Spinnaker"/>
                        <a:sym typeface="Spinnaker"/>
                      </a:endParaRPr>
                    </a:p>
                  </a:txBody>
                  <a:tcPr marL="91425" marR="91425" marT="0" marB="0" anchor="ctr">
                    <a:lnL w="19050" cap="flat" cmpd="sng">
                      <a:solidFill>
                        <a:schemeClr val="lt2">
                          <a:alpha val="0"/>
                        </a:schemeClr>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l" rtl="0">
                        <a:lnSpc>
                          <a:spcPct val="115000"/>
                        </a:lnSpc>
                        <a:spcBef>
                          <a:spcPts val="0"/>
                        </a:spcBef>
                        <a:spcAft>
                          <a:spcPts val="1200"/>
                        </a:spcAft>
                        <a:buNone/>
                      </a:pPr>
                      <a:r>
                        <a:rPr lang="en" sz="1600">
                          <a:solidFill>
                            <a:schemeClr val="dk1"/>
                          </a:solidFill>
                          <a:latin typeface="Spinnaker"/>
                          <a:ea typeface="Spinnaker"/>
                          <a:cs typeface="Spinnaker"/>
                          <a:sym typeface="Spinnaker"/>
                        </a:rPr>
                        <a:t>Which wheat varieties can be classified by HIGH/LOW inoculum and take all tolerance?</a:t>
                      </a:r>
                      <a:endParaRPr sz="800">
                        <a:solidFill>
                          <a:schemeClr val="dk1"/>
                        </a:solidFill>
                        <a:latin typeface="Spinnaker"/>
                        <a:ea typeface="Spinnaker"/>
                        <a:cs typeface="Spinnaker"/>
                        <a:sym typeface="Spinnaker"/>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alpha val="0"/>
                        </a:schemeClr>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0"/>
                  </a:ext>
                </a:extLst>
              </a:tr>
              <a:tr h="1143350">
                <a:tc>
                  <a:txBody>
                    <a:bodyPr/>
                    <a:lstStyle/>
                    <a:p>
                      <a:pPr marL="0" lvl="0" indent="0" algn="l" rtl="0">
                        <a:spcBef>
                          <a:spcPts val="0"/>
                        </a:spcBef>
                        <a:spcAft>
                          <a:spcPts val="0"/>
                        </a:spcAft>
                        <a:buNone/>
                      </a:pPr>
                      <a:endParaRPr sz="1000" b="1">
                        <a:solidFill>
                          <a:schemeClr val="dk1"/>
                        </a:solidFill>
                        <a:latin typeface="Spinnaker"/>
                        <a:ea typeface="Spinnaker"/>
                        <a:cs typeface="Spinnaker"/>
                        <a:sym typeface="Spinnaker"/>
                      </a:endParaRPr>
                    </a:p>
                  </a:txBody>
                  <a:tcPr marL="91425" marR="91425" marT="0" marB="0" anchor="ctr">
                    <a:lnL w="19050" cap="flat" cmpd="sng">
                      <a:solidFill>
                        <a:schemeClr val="lt2">
                          <a:alpha val="0"/>
                        </a:schemeClr>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l" rtl="0">
                        <a:lnSpc>
                          <a:spcPct val="115000"/>
                        </a:lnSpc>
                        <a:spcBef>
                          <a:spcPts val="0"/>
                        </a:spcBef>
                        <a:spcAft>
                          <a:spcPts val="1200"/>
                        </a:spcAft>
                        <a:buNone/>
                      </a:pPr>
                      <a:r>
                        <a:rPr lang="en" sz="1600">
                          <a:solidFill>
                            <a:schemeClr val="dk1"/>
                          </a:solidFill>
                          <a:latin typeface="Spinnaker"/>
                          <a:ea typeface="Spinnaker"/>
                          <a:cs typeface="Spinnaker"/>
                          <a:sym typeface="Spinnaker"/>
                        </a:rPr>
                        <a:t>What weeks do environmental features exert the greatest influence on take all intensity (percentage of roots infected)? </a:t>
                      </a:r>
                      <a:endParaRPr sz="800">
                        <a:solidFill>
                          <a:schemeClr val="dk1"/>
                        </a:solidFill>
                        <a:latin typeface="Spinnaker"/>
                        <a:ea typeface="Spinnaker"/>
                        <a:cs typeface="Spinnaker"/>
                        <a:sym typeface="Spinnaker"/>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alpha val="0"/>
                        </a:schemeClr>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4518" name="Google Shape;4518;p311"/>
          <p:cNvSpPr/>
          <p:nvPr/>
        </p:nvSpPr>
        <p:spPr>
          <a:xfrm>
            <a:off x="720000" y="2446575"/>
            <a:ext cx="2155200" cy="1143300"/>
          </a:xfrm>
          <a:prstGeom prst="rect">
            <a:avLst/>
          </a:prstGeom>
          <a:solidFill>
            <a:srgbClr val="C86F1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3"/>
                </a:solidFill>
                <a:latin typeface="Spinnaker"/>
                <a:ea typeface="Spinnaker"/>
                <a:cs typeface="Spinnaker"/>
                <a:sym typeface="Spinnaker"/>
              </a:rPr>
              <a:t>Environmental Effects</a:t>
            </a:r>
            <a:endParaRPr sz="1800">
              <a:solidFill>
                <a:schemeClr val="accent3"/>
              </a:solidFill>
              <a:latin typeface="Spinnaker"/>
              <a:ea typeface="Spinnaker"/>
              <a:cs typeface="Spinnaker"/>
              <a:sym typeface="Spinnaker"/>
            </a:endParaRPr>
          </a:p>
        </p:txBody>
      </p:sp>
      <p:sp>
        <p:nvSpPr>
          <p:cNvPr id="4519" name="Google Shape;4519;p311"/>
          <p:cNvSpPr/>
          <p:nvPr/>
        </p:nvSpPr>
        <p:spPr>
          <a:xfrm>
            <a:off x="720000" y="1355925"/>
            <a:ext cx="2155200" cy="1090500"/>
          </a:xfrm>
          <a:prstGeom prst="rect">
            <a:avLst/>
          </a:prstGeom>
          <a:solidFill>
            <a:srgbClr val="C85A3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3"/>
                </a:solidFill>
                <a:latin typeface="Spinnaker"/>
                <a:ea typeface="Spinnaker"/>
                <a:cs typeface="Spinnaker"/>
                <a:sym typeface="Spinnaker"/>
              </a:rPr>
              <a:t>Classification</a:t>
            </a:r>
            <a:endParaRPr>
              <a:solidFill>
                <a:schemeClr val="accent3"/>
              </a:solidFill>
              <a:latin typeface="Spinnaker"/>
              <a:ea typeface="Spinnaker"/>
              <a:cs typeface="Spinnaker"/>
              <a:sym typeface="Spinnaker"/>
            </a:endParaRPr>
          </a:p>
        </p:txBody>
      </p:sp>
      <p:sp>
        <p:nvSpPr>
          <p:cNvPr id="4520" name="Google Shape;4520;p311"/>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524"/>
        <p:cNvGrpSpPr/>
        <p:nvPr/>
      </p:nvGrpSpPr>
      <p:grpSpPr>
        <a:xfrm>
          <a:off x="0" y="0"/>
          <a:ext cx="0" cy="0"/>
          <a:chOff x="0" y="0"/>
          <a:chExt cx="0" cy="0"/>
        </a:xfrm>
      </p:grpSpPr>
      <p:sp>
        <p:nvSpPr>
          <p:cNvPr id="4525" name="Google Shape;4525;p31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Modeling Goals</a:t>
            </a:r>
            <a:endParaRPr/>
          </a:p>
        </p:txBody>
      </p:sp>
      <p:sp>
        <p:nvSpPr>
          <p:cNvPr id="4526" name="Google Shape;4526;p312"/>
          <p:cNvSpPr/>
          <p:nvPr/>
        </p:nvSpPr>
        <p:spPr>
          <a:xfrm>
            <a:off x="581300" y="1448825"/>
            <a:ext cx="7998600" cy="1122900"/>
          </a:xfrm>
          <a:prstGeom prst="roundRect">
            <a:avLst>
              <a:gd name="adj" fmla="val 16667"/>
            </a:avLst>
          </a:prstGeom>
          <a:solidFill>
            <a:schemeClr val="dk1"/>
          </a:solidFill>
          <a:ln w="9525" cap="flat" cmpd="sng">
            <a:solidFill>
              <a:schemeClr val="dk2"/>
            </a:solidFill>
            <a:prstDash val="solid"/>
            <a:round/>
            <a:headEnd type="none" w="sm" len="sm"/>
            <a:tailEnd type="none" w="sm" len="sm"/>
          </a:ln>
        </p:spPr>
        <p:txBody>
          <a:bodyPr spcFirstLastPara="1" wrap="square" lIns="91425" tIns="457200" rIns="91425" bIns="91425" anchor="ctr" anchorCtr="0">
            <a:noAutofit/>
          </a:bodyPr>
          <a:lstStyle/>
          <a:p>
            <a:pPr marL="0" lvl="0" indent="0" algn="l" rtl="0">
              <a:lnSpc>
                <a:spcPct val="115000"/>
              </a:lnSpc>
              <a:spcBef>
                <a:spcPts val="0"/>
              </a:spcBef>
              <a:spcAft>
                <a:spcPts val="0"/>
              </a:spcAft>
              <a:buNone/>
            </a:pPr>
            <a:r>
              <a:rPr lang="en" b="1">
                <a:solidFill>
                  <a:schemeClr val="lt1"/>
                </a:solidFill>
              </a:rPr>
              <a:t>Improving management strategies</a:t>
            </a:r>
            <a:endParaRPr b="1">
              <a:solidFill>
                <a:schemeClr val="lt1"/>
              </a:solidFill>
            </a:endParaRPr>
          </a:p>
          <a:p>
            <a:pPr marL="457200" lvl="0" indent="-311150" algn="l" rtl="0">
              <a:lnSpc>
                <a:spcPct val="115000"/>
              </a:lnSpc>
              <a:spcBef>
                <a:spcPts val="1200"/>
              </a:spcBef>
              <a:spcAft>
                <a:spcPts val="0"/>
              </a:spcAft>
              <a:buClr>
                <a:schemeClr val="lt1"/>
              </a:buClr>
              <a:buSzPts val="1300"/>
              <a:buChar char="●"/>
            </a:pPr>
            <a:r>
              <a:rPr lang="en" sz="1300">
                <a:solidFill>
                  <a:schemeClr val="lt1"/>
                </a:solidFill>
              </a:rPr>
              <a:t>Linking environmental patterns to disease severity, supporting more accurate rotation planning, fungicide timing decisions, and early season risk assessments.</a:t>
            </a:r>
            <a:endParaRPr sz="1600">
              <a:solidFill>
                <a:schemeClr val="lt1"/>
              </a:solidFill>
            </a:endParaRPr>
          </a:p>
          <a:p>
            <a:pPr marL="0" lvl="0" indent="0" algn="ctr" rtl="0">
              <a:spcBef>
                <a:spcPts val="1200"/>
              </a:spcBef>
              <a:spcAft>
                <a:spcPts val="0"/>
              </a:spcAft>
              <a:buNone/>
            </a:pPr>
            <a:endParaRPr>
              <a:latin typeface="Spinnaker"/>
              <a:ea typeface="Spinnaker"/>
              <a:cs typeface="Spinnaker"/>
              <a:sym typeface="Spinnaker"/>
            </a:endParaRPr>
          </a:p>
        </p:txBody>
      </p:sp>
      <p:sp>
        <p:nvSpPr>
          <p:cNvPr id="4527" name="Google Shape;4527;p312"/>
          <p:cNvSpPr txBox="1"/>
          <p:nvPr/>
        </p:nvSpPr>
        <p:spPr>
          <a:xfrm>
            <a:off x="669700" y="1017725"/>
            <a:ext cx="6786900" cy="621678"/>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en" sz="1600" dirty="0">
                <a:solidFill>
                  <a:srgbClr val="595959"/>
                </a:solidFill>
              </a:rPr>
              <a:t>By evaluating these questions, the Agricultural industry can benefit by…</a:t>
            </a:r>
            <a:endParaRPr dirty="0"/>
          </a:p>
        </p:txBody>
      </p:sp>
      <p:sp>
        <p:nvSpPr>
          <p:cNvPr id="4528" name="Google Shape;4528;p312"/>
          <p:cNvSpPr/>
          <p:nvPr/>
        </p:nvSpPr>
        <p:spPr>
          <a:xfrm>
            <a:off x="581300" y="2768900"/>
            <a:ext cx="7998600" cy="1406400"/>
          </a:xfrm>
          <a:prstGeom prst="roundRect">
            <a:avLst>
              <a:gd name="adj" fmla="val 16667"/>
            </a:avLst>
          </a:prstGeom>
          <a:solidFill>
            <a:srgbClr val="AE6212"/>
          </a:solidFill>
          <a:ln w="9525" cap="flat" cmpd="sng">
            <a:solidFill>
              <a:schemeClr val="dk2"/>
            </a:solidFill>
            <a:prstDash val="solid"/>
            <a:round/>
            <a:headEnd type="none" w="sm" len="sm"/>
            <a:tailEnd type="none" w="sm" len="sm"/>
          </a:ln>
        </p:spPr>
        <p:txBody>
          <a:bodyPr spcFirstLastPara="1" wrap="square" lIns="91425" tIns="182875" rIns="91425" bIns="91425" anchor="ctr" anchorCtr="0">
            <a:noAutofit/>
          </a:bodyPr>
          <a:lstStyle/>
          <a:p>
            <a:pPr marL="0" lvl="0" indent="0" algn="l" rtl="0">
              <a:lnSpc>
                <a:spcPct val="115000"/>
              </a:lnSpc>
              <a:spcBef>
                <a:spcPts val="0"/>
              </a:spcBef>
              <a:spcAft>
                <a:spcPts val="0"/>
              </a:spcAft>
              <a:buNone/>
            </a:pPr>
            <a:r>
              <a:rPr lang="en" b="1">
                <a:solidFill>
                  <a:schemeClr val="lt1"/>
                </a:solidFill>
              </a:rPr>
              <a:t>Dictating plant selection choices</a:t>
            </a:r>
            <a:endParaRPr>
              <a:solidFill>
                <a:schemeClr val="lt1"/>
              </a:solidFill>
            </a:endParaRPr>
          </a:p>
          <a:p>
            <a:pPr marL="457200" lvl="0" indent="-311150" algn="l" rtl="0">
              <a:lnSpc>
                <a:spcPct val="115000"/>
              </a:lnSpc>
              <a:spcBef>
                <a:spcPts val="1200"/>
              </a:spcBef>
              <a:spcAft>
                <a:spcPts val="0"/>
              </a:spcAft>
              <a:buClr>
                <a:schemeClr val="lt1"/>
              </a:buClr>
              <a:buSzPts val="1300"/>
              <a:buChar char="●"/>
            </a:pPr>
            <a:r>
              <a:rPr lang="en" sz="1300">
                <a:solidFill>
                  <a:schemeClr val="lt1"/>
                </a:solidFill>
              </a:rPr>
              <a:t>Classifying wheat varieties by inoculum build up potential and take all resistance, providing breeders and growers with backed guidance on which varieties are best suited for low risk rotations or for fields with a history of take all.</a:t>
            </a:r>
            <a:endParaRPr sz="1300">
              <a:latin typeface="Spinnaker"/>
              <a:ea typeface="Spinnaker"/>
              <a:cs typeface="Spinnaker"/>
              <a:sym typeface="Spinnaker"/>
            </a:endParaRPr>
          </a:p>
        </p:txBody>
      </p:sp>
      <p:sp>
        <p:nvSpPr>
          <p:cNvPr id="4529" name="Google Shape;4529;p312"/>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533"/>
        <p:cNvGrpSpPr/>
        <p:nvPr/>
      </p:nvGrpSpPr>
      <p:grpSpPr>
        <a:xfrm>
          <a:off x="0" y="0"/>
          <a:ext cx="0" cy="0"/>
          <a:chOff x="0" y="0"/>
          <a:chExt cx="0" cy="0"/>
        </a:xfrm>
      </p:grpSpPr>
      <p:sp>
        <p:nvSpPr>
          <p:cNvPr id="4534" name="Google Shape;4534;p313"/>
          <p:cNvSpPr/>
          <p:nvPr/>
        </p:nvSpPr>
        <p:spPr>
          <a:xfrm>
            <a:off x="259300" y="1078300"/>
            <a:ext cx="2748600" cy="407100"/>
          </a:xfrm>
          <a:prstGeom prst="round2SameRect">
            <a:avLst>
              <a:gd name="adj1" fmla="val 16667"/>
              <a:gd name="adj2"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173725" rIns="91425" bIns="91425" anchor="ctr" anchorCtr="0">
            <a:noAutofit/>
          </a:bodyPr>
          <a:lstStyle/>
          <a:p>
            <a:pPr marL="0" lvl="0" indent="0" algn="l" rtl="0">
              <a:spcBef>
                <a:spcPts val="0"/>
              </a:spcBef>
              <a:spcAft>
                <a:spcPts val="1200"/>
              </a:spcAft>
              <a:buNone/>
            </a:pPr>
            <a:r>
              <a:rPr lang="en" b="1">
                <a:solidFill>
                  <a:schemeClr val="dk1"/>
                </a:solidFill>
              </a:rPr>
              <a:t>Datasets</a:t>
            </a:r>
            <a:endParaRPr sz="1700">
              <a:solidFill>
                <a:schemeClr val="dk1"/>
              </a:solidFill>
              <a:latin typeface="Spinnaker"/>
              <a:ea typeface="Spinnaker"/>
              <a:cs typeface="Spinnaker"/>
              <a:sym typeface="Spinnaker"/>
            </a:endParaRPr>
          </a:p>
        </p:txBody>
      </p:sp>
      <p:sp>
        <p:nvSpPr>
          <p:cNvPr id="4535" name="Google Shape;4535;p3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Data Preparation - Long Term</a:t>
            </a:r>
            <a:endParaRPr/>
          </a:p>
        </p:txBody>
      </p:sp>
      <p:sp>
        <p:nvSpPr>
          <p:cNvPr id="4536" name="Google Shape;4536;p313"/>
          <p:cNvSpPr txBox="1"/>
          <p:nvPr/>
        </p:nvSpPr>
        <p:spPr>
          <a:xfrm>
            <a:off x="274150" y="1485400"/>
            <a:ext cx="2718900" cy="32631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500">
                <a:solidFill>
                  <a:srgbClr val="FF0000"/>
                </a:solidFill>
              </a:rPr>
              <a:t>Multi-year Rothamsted wheat and take all buildup datasets (2016–2020) for 760 series; data was concatenated and loaded into Python.</a:t>
            </a:r>
            <a:endParaRPr sz="1500">
              <a:solidFill>
                <a:srgbClr val="FF0000"/>
              </a:solidFill>
            </a:endParaRPr>
          </a:p>
          <a:p>
            <a:pPr marL="0" lvl="0" indent="0" algn="l" rtl="0">
              <a:lnSpc>
                <a:spcPct val="100000"/>
              </a:lnSpc>
              <a:spcBef>
                <a:spcPts val="1200"/>
              </a:spcBef>
              <a:spcAft>
                <a:spcPts val="0"/>
              </a:spcAft>
              <a:buNone/>
            </a:pPr>
            <a:r>
              <a:rPr lang="en" sz="1500">
                <a:solidFill>
                  <a:srgbClr val="FF0000"/>
                </a:solidFill>
              </a:rPr>
              <a:t>Daily environmental measurements dataset filtered between 2016-2020.</a:t>
            </a:r>
            <a:endParaRPr sz="1500">
              <a:solidFill>
                <a:srgbClr val="FF0000"/>
              </a:solidFill>
            </a:endParaRPr>
          </a:p>
          <a:p>
            <a:pPr marL="0" lvl="0" indent="0" algn="l" rtl="0">
              <a:lnSpc>
                <a:spcPct val="100000"/>
              </a:lnSpc>
              <a:spcBef>
                <a:spcPts val="1200"/>
              </a:spcBef>
              <a:spcAft>
                <a:spcPts val="1200"/>
              </a:spcAft>
              <a:buNone/>
            </a:pPr>
            <a:r>
              <a:rPr lang="en" sz="1500">
                <a:solidFill>
                  <a:srgbClr val="191919"/>
                </a:solidFill>
              </a:rPr>
              <a:t>Plant height data merged with take all buildup dataset on block, replicate, and variety type</a:t>
            </a:r>
            <a:r>
              <a:rPr lang="en">
                <a:solidFill>
                  <a:srgbClr val="191919"/>
                </a:solidFill>
              </a:rPr>
              <a:t>.</a:t>
            </a:r>
            <a:endParaRPr sz="1700">
              <a:solidFill>
                <a:srgbClr val="191919"/>
              </a:solidFill>
            </a:endParaRPr>
          </a:p>
        </p:txBody>
      </p:sp>
      <p:sp>
        <p:nvSpPr>
          <p:cNvPr id="4537" name="Google Shape;4537;p313"/>
          <p:cNvSpPr txBox="1"/>
          <p:nvPr/>
        </p:nvSpPr>
        <p:spPr>
          <a:xfrm>
            <a:off x="3212550" y="1485400"/>
            <a:ext cx="2748600" cy="3201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FF0000"/>
                </a:solidFill>
              </a:rPr>
              <a:t>Divided total plants/roots infected by their total to create standardized rates between observations. </a:t>
            </a:r>
            <a:endParaRPr sz="1600">
              <a:solidFill>
                <a:srgbClr val="FF0000"/>
              </a:solidFill>
            </a:endParaRPr>
          </a:p>
          <a:p>
            <a:pPr marL="0" lvl="0" indent="0" algn="l" rtl="0">
              <a:spcBef>
                <a:spcPts val="1200"/>
              </a:spcBef>
              <a:spcAft>
                <a:spcPts val="0"/>
              </a:spcAft>
              <a:buNone/>
            </a:pPr>
            <a:r>
              <a:rPr lang="en" sz="1600">
                <a:solidFill>
                  <a:srgbClr val="191919"/>
                </a:solidFill>
              </a:rPr>
              <a:t>Created inoculum labels (“HIGH”, “LOW”) for plant varieties.</a:t>
            </a:r>
            <a:endParaRPr sz="1600">
              <a:solidFill>
                <a:srgbClr val="191919"/>
              </a:solidFill>
            </a:endParaRPr>
          </a:p>
          <a:p>
            <a:pPr marL="0" lvl="0" indent="0" algn="l" rtl="0">
              <a:spcBef>
                <a:spcPts val="1200"/>
              </a:spcBef>
              <a:spcAft>
                <a:spcPts val="1200"/>
              </a:spcAft>
              <a:buNone/>
            </a:pPr>
            <a:r>
              <a:rPr lang="en" sz="1600">
                <a:solidFill>
                  <a:srgbClr val="191919"/>
                </a:solidFill>
              </a:rPr>
              <a:t>Encoded variety types between 0-5 for classification and simple vector regression.</a:t>
            </a:r>
            <a:endParaRPr sz="1600">
              <a:solidFill>
                <a:srgbClr val="191919"/>
              </a:solidFill>
            </a:endParaRPr>
          </a:p>
        </p:txBody>
      </p:sp>
      <p:sp>
        <p:nvSpPr>
          <p:cNvPr id="4538" name="Google Shape;4538;p313"/>
          <p:cNvSpPr/>
          <p:nvPr/>
        </p:nvSpPr>
        <p:spPr>
          <a:xfrm>
            <a:off x="3212550" y="1078288"/>
            <a:ext cx="2748600" cy="407100"/>
          </a:xfrm>
          <a:prstGeom prst="round2SameRect">
            <a:avLst>
              <a:gd name="adj1" fmla="val 16667"/>
              <a:gd name="adj2"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173725" rIns="91425" bIns="91425" anchor="ctr" anchorCtr="0">
            <a:noAutofit/>
          </a:bodyPr>
          <a:lstStyle/>
          <a:p>
            <a:pPr marL="0" lvl="0" indent="0" algn="l" rtl="0">
              <a:spcBef>
                <a:spcPts val="0"/>
              </a:spcBef>
              <a:spcAft>
                <a:spcPts val="1200"/>
              </a:spcAft>
              <a:buNone/>
            </a:pPr>
            <a:r>
              <a:rPr lang="en" b="1">
                <a:solidFill>
                  <a:schemeClr val="dk1"/>
                </a:solidFill>
              </a:rPr>
              <a:t>Feature Engineering</a:t>
            </a:r>
            <a:endParaRPr>
              <a:solidFill>
                <a:schemeClr val="dk1"/>
              </a:solidFill>
              <a:latin typeface="Spinnaker"/>
              <a:ea typeface="Spinnaker"/>
              <a:cs typeface="Spinnaker"/>
              <a:sym typeface="Spinnaker"/>
            </a:endParaRPr>
          </a:p>
        </p:txBody>
      </p:sp>
      <p:sp>
        <p:nvSpPr>
          <p:cNvPr id="4539" name="Google Shape;4539;p313"/>
          <p:cNvSpPr/>
          <p:nvPr/>
        </p:nvSpPr>
        <p:spPr>
          <a:xfrm>
            <a:off x="6165800" y="1078300"/>
            <a:ext cx="2748600" cy="407100"/>
          </a:xfrm>
          <a:prstGeom prst="round2SameRect">
            <a:avLst>
              <a:gd name="adj1" fmla="val 16667"/>
              <a:gd name="adj2"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173725" rIns="91425" bIns="91425" anchor="ctr" anchorCtr="0">
            <a:noAutofit/>
          </a:bodyPr>
          <a:lstStyle/>
          <a:p>
            <a:pPr marL="0" lvl="0" indent="0" algn="l" rtl="0">
              <a:spcBef>
                <a:spcPts val="0"/>
              </a:spcBef>
              <a:spcAft>
                <a:spcPts val="1200"/>
              </a:spcAft>
              <a:buNone/>
            </a:pPr>
            <a:r>
              <a:rPr lang="en" b="1">
                <a:solidFill>
                  <a:schemeClr val="dk1"/>
                </a:solidFill>
              </a:rPr>
              <a:t>Cleaning</a:t>
            </a:r>
            <a:endParaRPr sz="1700">
              <a:latin typeface="Spinnaker"/>
              <a:ea typeface="Spinnaker"/>
              <a:cs typeface="Spinnaker"/>
              <a:sym typeface="Spinnaker"/>
            </a:endParaRPr>
          </a:p>
        </p:txBody>
      </p:sp>
      <p:cxnSp>
        <p:nvCxnSpPr>
          <p:cNvPr id="4540" name="Google Shape;4540;p313"/>
          <p:cNvCxnSpPr/>
          <p:nvPr/>
        </p:nvCxnSpPr>
        <p:spPr>
          <a:xfrm rot="10800000" flipH="1">
            <a:off x="2993200" y="1433675"/>
            <a:ext cx="14700" cy="3761700"/>
          </a:xfrm>
          <a:prstGeom prst="straightConnector1">
            <a:avLst/>
          </a:prstGeom>
          <a:noFill/>
          <a:ln w="9525" cap="flat" cmpd="sng">
            <a:solidFill>
              <a:schemeClr val="dk2"/>
            </a:solidFill>
            <a:prstDash val="solid"/>
            <a:round/>
            <a:headEnd type="none" w="med" len="med"/>
            <a:tailEnd type="none" w="med" len="med"/>
          </a:ln>
        </p:spPr>
      </p:cxnSp>
      <p:cxnSp>
        <p:nvCxnSpPr>
          <p:cNvPr id="4541" name="Google Shape;4541;p313"/>
          <p:cNvCxnSpPr/>
          <p:nvPr/>
        </p:nvCxnSpPr>
        <p:spPr>
          <a:xfrm rot="10800000" flipH="1">
            <a:off x="244600" y="1485400"/>
            <a:ext cx="14700" cy="3761700"/>
          </a:xfrm>
          <a:prstGeom prst="straightConnector1">
            <a:avLst/>
          </a:prstGeom>
          <a:noFill/>
          <a:ln w="9525" cap="flat" cmpd="sng">
            <a:solidFill>
              <a:schemeClr val="dk2"/>
            </a:solidFill>
            <a:prstDash val="solid"/>
            <a:round/>
            <a:headEnd type="none" w="med" len="med"/>
            <a:tailEnd type="none" w="med" len="med"/>
          </a:ln>
        </p:spPr>
      </p:cxnSp>
      <p:cxnSp>
        <p:nvCxnSpPr>
          <p:cNvPr id="4542" name="Google Shape;4542;p313"/>
          <p:cNvCxnSpPr/>
          <p:nvPr/>
        </p:nvCxnSpPr>
        <p:spPr>
          <a:xfrm rot="10800000" flipH="1">
            <a:off x="3197850" y="1433675"/>
            <a:ext cx="14700" cy="3761700"/>
          </a:xfrm>
          <a:prstGeom prst="straightConnector1">
            <a:avLst/>
          </a:prstGeom>
          <a:noFill/>
          <a:ln w="9525" cap="flat" cmpd="sng">
            <a:solidFill>
              <a:schemeClr val="dk2"/>
            </a:solidFill>
            <a:prstDash val="solid"/>
            <a:round/>
            <a:headEnd type="none" w="med" len="med"/>
            <a:tailEnd type="none" w="med" len="med"/>
          </a:ln>
        </p:spPr>
      </p:cxnSp>
      <p:cxnSp>
        <p:nvCxnSpPr>
          <p:cNvPr id="4543" name="Google Shape;4543;p313"/>
          <p:cNvCxnSpPr/>
          <p:nvPr/>
        </p:nvCxnSpPr>
        <p:spPr>
          <a:xfrm rot="10800000" flipH="1">
            <a:off x="5946450" y="1226100"/>
            <a:ext cx="14700" cy="3761700"/>
          </a:xfrm>
          <a:prstGeom prst="straightConnector1">
            <a:avLst/>
          </a:prstGeom>
          <a:noFill/>
          <a:ln w="9525" cap="flat" cmpd="sng">
            <a:solidFill>
              <a:schemeClr val="dk2"/>
            </a:solidFill>
            <a:prstDash val="solid"/>
            <a:round/>
            <a:headEnd type="none" w="med" len="med"/>
            <a:tailEnd type="none" w="med" len="med"/>
          </a:ln>
        </p:spPr>
      </p:cxnSp>
      <p:cxnSp>
        <p:nvCxnSpPr>
          <p:cNvPr id="4544" name="Google Shape;4544;p313"/>
          <p:cNvCxnSpPr/>
          <p:nvPr/>
        </p:nvCxnSpPr>
        <p:spPr>
          <a:xfrm rot="10800000" flipH="1">
            <a:off x="6151100" y="1259925"/>
            <a:ext cx="14700" cy="3761700"/>
          </a:xfrm>
          <a:prstGeom prst="straightConnector1">
            <a:avLst/>
          </a:prstGeom>
          <a:noFill/>
          <a:ln w="9525" cap="flat" cmpd="sng">
            <a:solidFill>
              <a:schemeClr val="dk2"/>
            </a:solidFill>
            <a:prstDash val="solid"/>
            <a:round/>
            <a:headEnd type="none" w="med" len="med"/>
            <a:tailEnd type="none" w="med" len="med"/>
          </a:ln>
        </p:spPr>
      </p:cxnSp>
      <p:cxnSp>
        <p:nvCxnSpPr>
          <p:cNvPr id="4545" name="Google Shape;4545;p313"/>
          <p:cNvCxnSpPr/>
          <p:nvPr/>
        </p:nvCxnSpPr>
        <p:spPr>
          <a:xfrm rot="10800000" flipH="1">
            <a:off x="8912450" y="1226175"/>
            <a:ext cx="2100" cy="2439300"/>
          </a:xfrm>
          <a:prstGeom prst="straightConnector1">
            <a:avLst/>
          </a:prstGeom>
          <a:noFill/>
          <a:ln w="9525" cap="flat" cmpd="sng">
            <a:solidFill>
              <a:schemeClr val="dk2"/>
            </a:solidFill>
            <a:prstDash val="solid"/>
            <a:round/>
            <a:headEnd type="none" w="med" len="med"/>
            <a:tailEnd type="none" w="med" len="med"/>
          </a:ln>
        </p:spPr>
      </p:cxnSp>
      <p:sp>
        <p:nvSpPr>
          <p:cNvPr id="4546" name="Google Shape;4546;p313"/>
          <p:cNvSpPr txBox="1"/>
          <p:nvPr/>
        </p:nvSpPr>
        <p:spPr>
          <a:xfrm>
            <a:off x="6179675" y="1485400"/>
            <a:ext cx="2607000" cy="326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solidFill>
                  <a:srgbClr val="191919"/>
                </a:solidFill>
              </a:rPr>
              <a:t>Data already pre-cleaned by previous student group.</a:t>
            </a:r>
            <a:endParaRPr sz="1500">
              <a:solidFill>
                <a:srgbClr val="191919"/>
              </a:solidFill>
            </a:endParaRPr>
          </a:p>
          <a:p>
            <a:pPr marL="0" lvl="0" indent="0" algn="l" rtl="0">
              <a:spcBef>
                <a:spcPts val="1200"/>
              </a:spcBef>
              <a:spcAft>
                <a:spcPts val="0"/>
              </a:spcAft>
              <a:buNone/>
            </a:pPr>
            <a:r>
              <a:rPr lang="en" sz="1500">
                <a:solidFill>
                  <a:srgbClr val="191919"/>
                </a:solidFill>
              </a:rPr>
              <a:t>Aggregated daily environmental measurements into weekly means and sums before model fitting.</a:t>
            </a:r>
            <a:endParaRPr sz="1500">
              <a:solidFill>
                <a:srgbClr val="191919"/>
              </a:solidFill>
            </a:endParaRPr>
          </a:p>
          <a:p>
            <a:pPr marL="0" lvl="0" indent="0" algn="l" rtl="0">
              <a:spcBef>
                <a:spcPts val="1200"/>
              </a:spcBef>
              <a:spcAft>
                <a:spcPts val="1200"/>
              </a:spcAft>
              <a:buNone/>
            </a:pPr>
            <a:r>
              <a:rPr lang="en" sz="1500">
                <a:solidFill>
                  <a:srgbClr val="191919"/>
                </a:solidFill>
              </a:rPr>
              <a:t>Removed series with unrealistic biological values (e.g., infection &gt;100%, negative plant counts, missing replicates).</a:t>
            </a:r>
            <a:endParaRPr sz="1500">
              <a:solidFill>
                <a:srgbClr val="191919"/>
              </a:solidFill>
            </a:endParaRPr>
          </a:p>
        </p:txBody>
      </p:sp>
      <p:sp>
        <p:nvSpPr>
          <p:cNvPr id="4547" name="Google Shape;4547;p313"/>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551"/>
        <p:cNvGrpSpPr/>
        <p:nvPr/>
      </p:nvGrpSpPr>
      <p:grpSpPr>
        <a:xfrm>
          <a:off x="0" y="0"/>
          <a:ext cx="0" cy="0"/>
          <a:chOff x="0" y="0"/>
          <a:chExt cx="0" cy="0"/>
        </a:xfrm>
      </p:grpSpPr>
      <p:sp>
        <p:nvSpPr>
          <p:cNvPr id="4552" name="Google Shape;4552;p31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Classification Model Process</a:t>
            </a:r>
            <a:endParaRPr/>
          </a:p>
        </p:txBody>
      </p:sp>
      <p:pic>
        <p:nvPicPr>
          <p:cNvPr id="4553" name="Google Shape;4553;p314"/>
          <p:cNvPicPr preferRelativeResize="0"/>
          <p:nvPr/>
        </p:nvPicPr>
        <p:blipFill>
          <a:blip r:embed="rId3">
            <a:alphaModFix/>
          </a:blip>
          <a:stretch>
            <a:fillRect/>
          </a:stretch>
        </p:blipFill>
        <p:spPr>
          <a:xfrm>
            <a:off x="388875" y="1385134"/>
            <a:ext cx="2880075" cy="2195891"/>
          </a:xfrm>
          <a:prstGeom prst="rect">
            <a:avLst/>
          </a:prstGeom>
          <a:noFill/>
          <a:ln>
            <a:noFill/>
          </a:ln>
        </p:spPr>
      </p:pic>
      <p:graphicFrame>
        <p:nvGraphicFramePr>
          <p:cNvPr id="4554" name="Google Shape;4554;p314"/>
          <p:cNvGraphicFramePr/>
          <p:nvPr/>
        </p:nvGraphicFramePr>
        <p:xfrm>
          <a:off x="388863" y="3698850"/>
          <a:ext cx="2880075" cy="1280040"/>
        </p:xfrm>
        <a:graphic>
          <a:graphicData uri="http://schemas.openxmlformats.org/drawingml/2006/table">
            <a:tbl>
              <a:tblPr>
                <a:noFill/>
                <a:tableStyleId>{57BE00EA-FF9C-4525-83ED-70FDE4E5B2CA}</a:tableStyleId>
              </a:tblPr>
              <a:tblGrid>
                <a:gridCol w="960025">
                  <a:extLst>
                    <a:ext uri="{9D8B030D-6E8A-4147-A177-3AD203B41FA5}">
                      <a16:colId xmlns:a16="http://schemas.microsoft.com/office/drawing/2014/main" val="20000"/>
                    </a:ext>
                  </a:extLst>
                </a:gridCol>
                <a:gridCol w="960025">
                  <a:extLst>
                    <a:ext uri="{9D8B030D-6E8A-4147-A177-3AD203B41FA5}">
                      <a16:colId xmlns:a16="http://schemas.microsoft.com/office/drawing/2014/main" val="20001"/>
                    </a:ext>
                  </a:extLst>
                </a:gridCol>
                <a:gridCol w="960025">
                  <a:extLst>
                    <a:ext uri="{9D8B030D-6E8A-4147-A177-3AD203B41FA5}">
                      <a16:colId xmlns:a16="http://schemas.microsoft.com/office/drawing/2014/main" val="20002"/>
                    </a:ext>
                  </a:extLst>
                </a:gridCol>
              </a:tblGrid>
              <a:tr h="306150">
                <a:tc>
                  <a:txBody>
                    <a:bodyPr/>
                    <a:lstStyle/>
                    <a:p>
                      <a:pPr marL="0" lvl="0" indent="0" algn="l" rtl="0">
                        <a:spcBef>
                          <a:spcPts val="0"/>
                        </a:spcBef>
                        <a:spcAft>
                          <a:spcPts val="0"/>
                        </a:spcAft>
                        <a:buNone/>
                      </a:pPr>
                      <a:r>
                        <a:rPr lang="en" sz="900" b="1">
                          <a:solidFill>
                            <a:schemeClr val="lt1"/>
                          </a:solidFill>
                        </a:rPr>
                        <a:t>Col</a:t>
                      </a:r>
                      <a:endParaRPr sz="900" b="1">
                        <a:solidFill>
                          <a:schemeClr val="lt1"/>
                        </a:solidFill>
                      </a:endParaRPr>
                    </a:p>
                  </a:txBody>
                  <a:tcPr marL="91425" marR="91425" marT="91425" marB="91425">
                    <a:solidFill>
                      <a:schemeClr val="dk1"/>
                    </a:solidFill>
                  </a:tcPr>
                </a:tc>
                <a:tc>
                  <a:txBody>
                    <a:bodyPr/>
                    <a:lstStyle/>
                    <a:p>
                      <a:pPr marL="0" lvl="0" indent="0" algn="l" rtl="0">
                        <a:spcBef>
                          <a:spcPts val="0"/>
                        </a:spcBef>
                        <a:spcAft>
                          <a:spcPts val="0"/>
                        </a:spcAft>
                        <a:buNone/>
                      </a:pPr>
                      <a:r>
                        <a:rPr lang="en" sz="900" b="1">
                          <a:solidFill>
                            <a:schemeClr val="lt1"/>
                          </a:solidFill>
                        </a:rPr>
                        <a:t>PC1</a:t>
                      </a:r>
                      <a:endParaRPr sz="900" b="1">
                        <a:solidFill>
                          <a:schemeClr val="lt1"/>
                        </a:solidFill>
                      </a:endParaRPr>
                    </a:p>
                  </a:txBody>
                  <a:tcPr marL="91425" marR="91425" marT="91425" marB="91425">
                    <a:solidFill>
                      <a:schemeClr val="dk1"/>
                    </a:solidFill>
                  </a:tcPr>
                </a:tc>
                <a:tc>
                  <a:txBody>
                    <a:bodyPr/>
                    <a:lstStyle/>
                    <a:p>
                      <a:pPr marL="0" lvl="0" indent="0" algn="l" rtl="0">
                        <a:spcBef>
                          <a:spcPts val="0"/>
                        </a:spcBef>
                        <a:spcAft>
                          <a:spcPts val="0"/>
                        </a:spcAft>
                        <a:buNone/>
                      </a:pPr>
                      <a:r>
                        <a:rPr lang="en" sz="900" b="1">
                          <a:solidFill>
                            <a:schemeClr val="lt1"/>
                          </a:solidFill>
                        </a:rPr>
                        <a:t>PC2</a:t>
                      </a:r>
                      <a:endParaRPr sz="900" b="1">
                        <a:solidFill>
                          <a:schemeClr val="lt1"/>
                        </a:solidFill>
                      </a:endParaRPr>
                    </a:p>
                  </a:txBody>
                  <a:tcPr marL="91425" marR="91425" marT="91425" marB="91425">
                    <a:solidFill>
                      <a:schemeClr val="dk1"/>
                    </a:solidFill>
                  </a:tcPr>
                </a:tc>
                <a:extLst>
                  <a:ext uri="{0D108BD9-81ED-4DB2-BD59-A6C34878D82A}">
                    <a16:rowId xmlns:a16="http://schemas.microsoft.com/office/drawing/2014/main" val="10000"/>
                  </a:ext>
                </a:extLst>
              </a:tr>
              <a:tr h="306150">
                <a:tc>
                  <a:txBody>
                    <a:bodyPr/>
                    <a:lstStyle/>
                    <a:p>
                      <a:pPr marL="0" lvl="0" indent="0" algn="l" rtl="0">
                        <a:spcBef>
                          <a:spcPts val="0"/>
                        </a:spcBef>
                        <a:spcAft>
                          <a:spcPts val="0"/>
                        </a:spcAft>
                        <a:buNone/>
                      </a:pPr>
                      <a:r>
                        <a:rPr lang="en" sz="900">
                          <a:solidFill>
                            <a:schemeClr val="lt1"/>
                          </a:solidFill>
                        </a:rPr>
                        <a:t>Height</a:t>
                      </a:r>
                      <a:endParaRPr sz="900">
                        <a:solidFill>
                          <a:schemeClr val="lt1"/>
                        </a:solidFill>
                      </a:endParaRPr>
                    </a:p>
                  </a:txBody>
                  <a:tcPr marL="91425" marR="91425" marT="91425" marB="91425">
                    <a:solidFill>
                      <a:schemeClr val="dk1"/>
                    </a:solidFill>
                  </a:tcPr>
                </a:tc>
                <a:tc>
                  <a:txBody>
                    <a:bodyPr/>
                    <a:lstStyle/>
                    <a:p>
                      <a:pPr marL="0" lvl="0" indent="0" algn="l" rtl="0">
                        <a:spcBef>
                          <a:spcPts val="0"/>
                        </a:spcBef>
                        <a:spcAft>
                          <a:spcPts val="0"/>
                        </a:spcAft>
                        <a:buNone/>
                      </a:pPr>
                      <a:r>
                        <a:rPr lang="en" sz="900">
                          <a:solidFill>
                            <a:schemeClr val="lt1"/>
                          </a:solidFill>
                        </a:rPr>
                        <a:t>0.07156</a:t>
                      </a:r>
                      <a:endParaRPr sz="900">
                        <a:solidFill>
                          <a:schemeClr val="lt1"/>
                        </a:solidFill>
                      </a:endParaRPr>
                    </a:p>
                  </a:txBody>
                  <a:tcPr marL="91425" marR="91425" marT="91425" marB="91425">
                    <a:solidFill>
                      <a:schemeClr val="accent1"/>
                    </a:solidFill>
                  </a:tcPr>
                </a:tc>
                <a:tc>
                  <a:txBody>
                    <a:bodyPr/>
                    <a:lstStyle/>
                    <a:p>
                      <a:pPr marL="0" lvl="0" indent="0" algn="l" rtl="0">
                        <a:spcBef>
                          <a:spcPts val="0"/>
                        </a:spcBef>
                        <a:spcAft>
                          <a:spcPts val="0"/>
                        </a:spcAft>
                        <a:buNone/>
                      </a:pPr>
                      <a:r>
                        <a:rPr lang="en" sz="900" b="1">
                          <a:solidFill>
                            <a:schemeClr val="lt1"/>
                          </a:solidFill>
                        </a:rPr>
                        <a:t>0.99699</a:t>
                      </a:r>
                      <a:endParaRPr sz="900" b="1">
                        <a:solidFill>
                          <a:schemeClr val="lt1"/>
                        </a:solidFill>
                      </a:endParaRPr>
                    </a:p>
                  </a:txBody>
                  <a:tcPr marL="91425" marR="91425" marT="91425" marB="91425">
                    <a:solidFill>
                      <a:schemeClr val="accent1"/>
                    </a:solidFill>
                  </a:tcPr>
                </a:tc>
                <a:extLst>
                  <a:ext uri="{0D108BD9-81ED-4DB2-BD59-A6C34878D82A}">
                    <a16:rowId xmlns:a16="http://schemas.microsoft.com/office/drawing/2014/main" val="10001"/>
                  </a:ext>
                </a:extLst>
              </a:tr>
              <a:tr h="306150">
                <a:tc>
                  <a:txBody>
                    <a:bodyPr/>
                    <a:lstStyle/>
                    <a:p>
                      <a:pPr marL="0" lvl="0" indent="0" algn="l" rtl="0">
                        <a:spcBef>
                          <a:spcPts val="0"/>
                        </a:spcBef>
                        <a:spcAft>
                          <a:spcPts val="0"/>
                        </a:spcAft>
                        <a:buNone/>
                      </a:pPr>
                      <a:r>
                        <a:rPr lang="en" sz="900">
                          <a:solidFill>
                            <a:schemeClr val="lt1"/>
                          </a:solidFill>
                        </a:rPr>
                        <a:t>Root Pct</a:t>
                      </a:r>
                      <a:endParaRPr sz="900">
                        <a:solidFill>
                          <a:schemeClr val="lt1"/>
                        </a:solidFill>
                      </a:endParaRPr>
                    </a:p>
                  </a:txBody>
                  <a:tcPr marL="91425" marR="91425" marT="91425" marB="91425">
                    <a:solidFill>
                      <a:schemeClr val="dk1"/>
                    </a:solidFill>
                  </a:tcPr>
                </a:tc>
                <a:tc>
                  <a:txBody>
                    <a:bodyPr/>
                    <a:lstStyle/>
                    <a:p>
                      <a:pPr marL="0" lvl="0" indent="0" algn="l" rtl="0">
                        <a:spcBef>
                          <a:spcPts val="0"/>
                        </a:spcBef>
                        <a:spcAft>
                          <a:spcPts val="0"/>
                        </a:spcAft>
                        <a:buNone/>
                      </a:pPr>
                      <a:r>
                        <a:rPr lang="en" sz="900" b="1">
                          <a:solidFill>
                            <a:schemeClr val="lt1"/>
                          </a:solidFill>
                        </a:rPr>
                        <a:t>0.70650</a:t>
                      </a:r>
                      <a:endParaRPr sz="900" b="1">
                        <a:solidFill>
                          <a:schemeClr val="lt1"/>
                        </a:solidFill>
                      </a:endParaRPr>
                    </a:p>
                  </a:txBody>
                  <a:tcPr marL="91425" marR="91425" marT="91425" marB="91425">
                    <a:solidFill>
                      <a:schemeClr val="accent1"/>
                    </a:solidFill>
                  </a:tcPr>
                </a:tc>
                <a:tc>
                  <a:txBody>
                    <a:bodyPr/>
                    <a:lstStyle/>
                    <a:p>
                      <a:pPr marL="0" lvl="0" indent="0" algn="l" rtl="0">
                        <a:spcBef>
                          <a:spcPts val="0"/>
                        </a:spcBef>
                        <a:spcAft>
                          <a:spcPts val="0"/>
                        </a:spcAft>
                        <a:buNone/>
                      </a:pPr>
                      <a:r>
                        <a:rPr lang="en" sz="900">
                          <a:solidFill>
                            <a:schemeClr val="lt1"/>
                          </a:solidFill>
                        </a:rPr>
                        <a:t>-0.02948</a:t>
                      </a:r>
                      <a:endParaRPr sz="900">
                        <a:solidFill>
                          <a:schemeClr val="lt1"/>
                        </a:solidFill>
                      </a:endParaRPr>
                    </a:p>
                  </a:txBody>
                  <a:tcPr marL="91425" marR="91425" marT="91425" marB="91425">
                    <a:solidFill>
                      <a:schemeClr val="accent1"/>
                    </a:solidFill>
                  </a:tcPr>
                </a:tc>
                <a:extLst>
                  <a:ext uri="{0D108BD9-81ED-4DB2-BD59-A6C34878D82A}">
                    <a16:rowId xmlns:a16="http://schemas.microsoft.com/office/drawing/2014/main" val="10002"/>
                  </a:ext>
                </a:extLst>
              </a:tr>
              <a:tr h="306150">
                <a:tc>
                  <a:txBody>
                    <a:bodyPr/>
                    <a:lstStyle/>
                    <a:p>
                      <a:pPr marL="0" lvl="0" indent="0" algn="l" rtl="0">
                        <a:spcBef>
                          <a:spcPts val="0"/>
                        </a:spcBef>
                        <a:spcAft>
                          <a:spcPts val="0"/>
                        </a:spcAft>
                        <a:buNone/>
                      </a:pPr>
                      <a:r>
                        <a:rPr lang="en" sz="900">
                          <a:solidFill>
                            <a:schemeClr val="lt1"/>
                          </a:solidFill>
                        </a:rPr>
                        <a:t>Plant Pct</a:t>
                      </a:r>
                      <a:endParaRPr sz="900">
                        <a:solidFill>
                          <a:schemeClr val="lt1"/>
                        </a:solidFill>
                      </a:endParaRPr>
                    </a:p>
                  </a:txBody>
                  <a:tcPr marL="91425" marR="91425" marT="91425" marB="91425">
                    <a:solidFill>
                      <a:schemeClr val="dk1"/>
                    </a:solidFill>
                  </a:tcPr>
                </a:tc>
                <a:tc>
                  <a:txBody>
                    <a:bodyPr/>
                    <a:lstStyle/>
                    <a:p>
                      <a:pPr marL="0" lvl="0" indent="0" algn="l" rtl="0">
                        <a:spcBef>
                          <a:spcPts val="0"/>
                        </a:spcBef>
                        <a:spcAft>
                          <a:spcPts val="0"/>
                        </a:spcAft>
                        <a:buNone/>
                      </a:pPr>
                      <a:r>
                        <a:rPr lang="en" sz="900" b="1">
                          <a:solidFill>
                            <a:schemeClr val="lt1"/>
                          </a:solidFill>
                        </a:rPr>
                        <a:t>0.70454</a:t>
                      </a:r>
                      <a:endParaRPr sz="900" b="1">
                        <a:solidFill>
                          <a:schemeClr val="lt1"/>
                        </a:solidFill>
                      </a:endParaRPr>
                    </a:p>
                  </a:txBody>
                  <a:tcPr marL="91425" marR="91425" marT="91425" marB="91425">
                    <a:solidFill>
                      <a:schemeClr val="accent1"/>
                    </a:solidFill>
                  </a:tcPr>
                </a:tc>
                <a:tc>
                  <a:txBody>
                    <a:bodyPr/>
                    <a:lstStyle/>
                    <a:p>
                      <a:pPr marL="0" lvl="0" indent="0" algn="l" rtl="0">
                        <a:spcBef>
                          <a:spcPts val="0"/>
                        </a:spcBef>
                        <a:spcAft>
                          <a:spcPts val="0"/>
                        </a:spcAft>
                        <a:buNone/>
                      </a:pPr>
                      <a:r>
                        <a:rPr lang="en" sz="900">
                          <a:solidFill>
                            <a:schemeClr val="lt1"/>
                          </a:solidFill>
                        </a:rPr>
                        <a:t>-0.07172</a:t>
                      </a:r>
                      <a:endParaRPr sz="900">
                        <a:solidFill>
                          <a:schemeClr val="lt1"/>
                        </a:solidFill>
                      </a:endParaRPr>
                    </a:p>
                  </a:txBody>
                  <a:tcPr marL="91425" marR="91425" marT="91425" marB="91425">
                    <a:solidFill>
                      <a:schemeClr val="accent1"/>
                    </a:solidFill>
                  </a:tcPr>
                </a:tc>
                <a:extLst>
                  <a:ext uri="{0D108BD9-81ED-4DB2-BD59-A6C34878D82A}">
                    <a16:rowId xmlns:a16="http://schemas.microsoft.com/office/drawing/2014/main" val="10003"/>
                  </a:ext>
                </a:extLst>
              </a:tr>
            </a:tbl>
          </a:graphicData>
        </a:graphic>
      </p:graphicFrame>
      <p:pic>
        <p:nvPicPr>
          <p:cNvPr id="4555" name="Google Shape;4555;p314"/>
          <p:cNvPicPr preferRelativeResize="0"/>
          <p:nvPr/>
        </p:nvPicPr>
        <p:blipFill>
          <a:blip r:embed="rId4">
            <a:alphaModFix/>
          </a:blip>
          <a:stretch>
            <a:fillRect/>
          </a:stretch>
        </p:blipFill>
        <p:spPr>
          <a:xfrm>
            <a:off x="3426825" y="1385138"/>
            <a:ext cx="3092503" cy="2195863"/>
          </a:xfrm>
          <a:prstGeom prst="rect">
            <a:avLst/>
          </a:prstGeom>
          <a:noFill/>
          <a:ln>
            <a:noFill/>
          </a:ln>
        </p:spPr>
      </p:pic>
      <p:sp>
        <p:nvSpPr>
          <p:cNvPr id="4556" name="Google Shape;4556;p314"/>
          <p:cNvSpPr/>
          <p:nvPr/>
        </p:nvSpPr>
        <p:spPr>
          <a:xfrm>
            <a:off x="3489871" y="4136539"/>
            <a:ext cx="1223700" cy="782700"/>
          </a:xfrm>
          <a:prstGeom prst="rightArrow">
            <a:avLst>
              <a:gd name="adj1" fmla="val 50000"/>
              <a:gd name="adj2" fmla="val 50000"/>
            </a:avLst>
          </a:prstGeom>
          <a:solidFill>
            <a:srgbClr val="C86F1B"/>
          </a:solidFill>
          <a:ln w="12025" cap="flat" cmpd="sng">
            <a:solidFill>
              <a:schemeClr val="dk2"/>
            </a:solidFill>
            <a:prstDash val="solid"/>
            <a:round/>
            <a:headEnd type="none" w="sm" len="sm"/>
            <a:tailEnd type="none" w="sm" len="sm"/>
          </a:ln>
        </p:spPr>
        <p:txBody>
          <a:bodyPr spcFirstLastPara="1" wrap="square" lIns="115625" tIns="115625" rIns="115625" bIns="115625" anchor="ctr" anchorCtr="0">
            <a:noAutofit/>
          </a:bodyPr>
          <a:lstStyle/>
          <a:p>
            <a:pPr marL="0" lvl="0" indent="0" algn="ctr" rtl="0">
              <a:spcBef>
                <a:spcPts val="0"/>
              </a:spcBef>
              <a:spcAft>
                <a:spcPts val="0"/>
              </a:spcAft>
              <a:buNone/>
            </a:pPr>
            <a:r>
              <a:rPr lang="en" sz="1770">
                <a:solidFill>
                  <a:schemeClr val="lt1"/>
                </a:solidFill>
                <a:latin typeface="Spinnaker"/>
                <a:ea typeface="Spinnaker"/>
                <a:cs typeface="Spinnaker"/>
                <a:sym typeface="Spinnaker"/>
              </a:rPr>
              <a:t>PCA</a:t>
            </a:r>
            <a:endParaRPr sz="1770">
              <a:solidFill>
                <a:schemeClr val="lt1"/>
              </a:solidFill>
              <a:latin typeface="Spinnaker"/>
              <a:ea typeface="Spinnaker"/>
              <a:cs typeface="Spinnaker"/>
              <a:sym typeface="Spinnaker"/>
            </a:endParaRPr>
          </a:p>
        </p:txBody>
      </p:sp>
      <p:sp>
        <p:nvSpPr>
          <p:cNvPr id="4557" name="Google Shape;4557;p314"/>
          <p:cNvSpPr/>
          <p:nvPr/>
        </p:nvSpPr>
        <p:spPr>
          <a:xfrm>
            <a:off x="4713787" y="4136539"/>
            <a:ext cx="1223700" cy="782700"/>
          </a:xfrm>
          <a:prstGeom prst="rightArrow">
            <a:avLst>
              <a:gd name="adj1" fmla="val 50000"/>
              <a:gd name="adj2" fmla="val 50000"/>
            </a:avLst>
          </a:prstGeom>
          <a:solidFill>
            <a:srgbClr val="C85A33"/>
          </a:solidFill>
          <a:ln w="12025" cap="flat" cmpd="sng">
            <a:solidFill>
              <a:schemeClr val="dk2"/>
            </a:solidFill>
            <a:prstDash val="solid"/>
            <a:round/>
            <a:headEnd type="none" w="sm" len="sm"/>
            <a:tailEnd type="none" w="sm" len="sm"/>
          </a:ln>
        </p:spPr>
        <p:txBody>
          <a:bodyPr spcFirstLastPara="1" wrap="square" lIns="115625" tIns="115625" rIns="115625" bIns="115625" anchor="ctr" anchorCtr="0">
            <a:noAutofit/>
          </a:bodyPr>
          <a:lstStyle/>
          <a:p>
            <a:pPr marL="0" lvl="0" indent="0" algn="ctr" rtl="0">
              <a:spcBef>
                <a:spcPts val="0"/>
              </a:spcBef>
              <a:spcAft>
                <a:spcPts val="0"/>
              </a:spcAft>
              <a:buNone/>
            </a:pPr>
            <a:r>
              <a:rPr lang="en" sz="1770">
                <a:solidFill>
                  <a:schemeClr val="lt1"/>
                </a:solidFill>
                <a:latin typeface="Spinnaker"/>
                <a:ea typeface="Spinnaker"/>
                <a:cs typeface="Spinnaker"/>
                <a:sym typeface="Spinnaker"/>
              </a:rPr>
              <a:t>LDA</a:t>
            </a:r>
            <a:endParaRPr sz="1770">
              <a:solidFill>
                <a:schemeClr val="lt1"/>
              </a:solidFill>
              <a:latin typeface="Spinnaker"/>
              <a:ea typeface="Spinnaker"/>
              <a:cs typeface="Spinnaker"/>
              <a:sym typeface="Spinnaker"/>
            </a:endParaRPr>
          </a:p>
        </p:txBody>
      </p:sp>
      <p:sp>
        <p:nvSpPr>
          <p:cNvPr id="4558" name="Google Shape;4558;p314"/>
          <p:cNvSpPr/>
          <p:nvPr/>
        </p:nvSpPr>
        <p:spPr>
          <a:xfrm>
            <a:off x="5937703" y="4136539"/>
            <a:ext cx="1223700" cy="782700"/>
          </a:xfrm>
          <a:prstGeom prst="rightArrow">
            <a:avLst>
              <a:gd name="adj1" fmla="val 50000"/>
              <a:gd name="adj2" fmla="val 50000"/>
            </a:avLst>
          </a:prstGeom>
          <a:solidFill>
            <a:srgbClr val="C24945"/>
          </a:solidFill>
          <a:ln w="12025" cap="flat" cmpd="sng">
            <a:solidFill>
              <a:schemeClr val="dk2"/>
            </a:solidFill>
            <a:prstDash val="solid"/>
            <a:round/>
            <a:headEnd type="none" w="sm" len="sm"/>
            <a:tailEnd type="none" w="sm" len="sm"/>
          </a:ln>
        </p:spPr>
        <p:txBody>
          <a:bodyPr spcFirstLastPara="1" wrap="square" lIns="115625" tIns="115625" rIns="115625" bIns="115625" anchor="ctr" anchorCtr="0">
            <a:noAutofit/>
          </a:bodyPr>
          <a:lstStyle/>
          <a:p>
            <a:pPr marL="0" lvl="0" indent="0" algn="ctr" rtl="0">
              <a:spcBef>
                <a:spcPts val="0"/>
              </a:spcBef>
              <a:spcAft>
                <a:spcPts val="0"/>
              </a:spcAft>
              <a:buNone/>
            </a:pPr>
            <a:r>
              <a:rPr lang="en" sz="1770">
                <a:solidFill>
                  <a:schemeClr val="lt1"/>
                </a:solidFill>
                <a:latin typeface="Spinnaker"/>
                <a:ea typeface="Spinnaker"/>
                <a:cs typeface="Spinnaker"/>
                <a:sym typeface="Spinnaker"/>
              </a:rPr>
              <a:t>SVM</a:t>
            </a:r>
            <a:endParaRPr sz="1770">
              <a:solidFill>
                <a:schemeClr val="lt1"/>
              </a:solidFill>
              <a:latin typeface="Spinnaker"/>
              <a:ea typeface="Spinnaker"/>
              <a:cs typeface="Spinnaker"/>
              <a:sym typeface="Spinnaker"/>
            </a:endParaRPr>
          </a:p>
        </p:txBody>
      </p:sp>
      <p:sp>
        <p:nvSpPr>
          <p:cNvPr id="4559" name="Google Shape;4559;p314"/>
          <p:cNvSpPr txBox="1"/>
          <p:nvPr/>
        </p:nvSpPr>
        <p:spPr>
          <a:xfrm>
            <a:off x="3426824" y="3758450"/>
            <a:ext cx="3602700" cy="388800"/>
          </a:xfrm>
          <a:prstGeom prst="rect">
            <a:avLst/>
          </a:prstGeom>
          <a:noFill/>
          <a:ln>
            <a:noFill/>
          </a:ln>
        </p:spPr>
        <p:txBody>
          <a:bodyPr spcFirstLastPara="1" wrap="square" lIns="87075" tIns="87075" rIns="87075" bIns="87075" anchor="t" anchorCtr="0">
            <a:noAutofit/>
          </a:bodyPr>
          <a:lstStyle/>
          <a:p>
            <a:pPr marL="0" lvl="0" indent="0" algn="l" rtl="0">
              <a:spcBef>
                <a:spcPts val="0"/>
              </a:spcBef>
              <a:spcAft>
                <a:spcPts val="0"/>
              </a:spcAft>
              <a:buNone/>
            </a:pPr>
            <a:r>
              <a:rPr lang="en" sz="1523" b="1">
                <a:solidFill>
                  <a:schemeClr val="dk1"/>
                </a:solidFill>
                <a:latin typeface="Spinnaker"/>
                <a:ea typeface="Spinnaker"/>
                <a:cs typeface="Spinnaker"/>
                <a:sym typeface="Spinnaker"/>
              </a:rPr>
              <a:t>Model Preprocessing</a:t>
            </a:r>
            <a:endParaRPr sz="1523" b="1">
              <a:solidFill>
                <a:schemeClr val="dk1"/>
              </a:solidFill>
              <a:latin typeface="Spinnaker"/>
              <a:ea typeface="Spinnaker"/>
              <a:cs typeface="Spinnaker"/>
              <a:sym typeface="Spinnaker"/>
            </a:endParaRPr>
          </a:p>
        </p:txBody>
      </p:sp>
      <p:sp>
        <p:nvSpPr>
          <p:cNvPr id="4560" name="Google Shape;4560;p314"/>
          <p:cNvSpPr txBox="1"/>
          <p:nvPr/>
        </p:nvSpPr>
        <p:spPr>
          <a:xfrm>
            <a:off x="6677200" y="1184650"/>
            <a:ext cx="2531100" cy="1436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600" b="1">
                <a:solidFill>
                  <a:schemeClr val="dk1"/>
                </a:solidFill>
                <a:latin typeface="Spinnaker"/>
                <a:ea typeface="Spinnaker"/>
                <a:cs typeface="Spinnaker"/>
                <a:sym typeface="Spinnaker"/>
              </a:rPr>
              <a:t>Features</a:t>
            </a:r>
            <a:endParaRPr sz="1600" b="1">
              <a:solidFill>
                <a:schemeClr val="dk1"/>
              </a:solidFill>
              <a:latin typeface="Spinnaker"/>
              <a:ea typeface="Spinnaker"/>
              <a:cs typeface="Spinnaker"/>
              <a:sym typeface="Spinnaker"/>
            </a:endParaRPr>
          </a:p>
          <a:p>
            <a:pPr marL="457200" lvl="0" indent="-304800" algn="l" rtl="0">
              <a:lnSpc>
                <a:spcPct val="115000"/>
              </a:lnSpc>
              <a:spcBef>
                <a:spcPts val="0"/>
              </a:spcBef>
              <a:spcAft>
                <a:spcPts val="0"/>
              </a:spcAft>
              <a:buClr>
                <a:schemeClr val="dk1"/>
              </a:buClr>
              <a:buSzPts val="1200"/>
              <a:buFont typeface="Spinnaker"/>
              <a:buChar char="●"/>
            </a:pPr>
            <a:r>
              <a:rPr lang="en" sz="1200">
                <a:solidFill>
                  <a:schemeClr val="dk1"/>
                </a:solidFill>
                <a:highlight>
                  <a:schemeClr val="dk2"/>
                </a:highlight>
                <a:latin typeface="Spinnaker"/>
                <a:ea typeface="Spinnaker"/>
                <a:cs typeface="Spinnaker"/>
                <a:sym typeface="Spinnaker"/>
              </a:rPr>
              <a:t>(PC1) Root Infected Pct</a:t>
            </a:r>
            <a:endParaRPr sz="1200">
              <a:solidFill>
                <a:schemeClr val="dk1"/>
              </a:solidFill>
              <a:highlight>
                <a:schemeClr val="dk2"/>
              </a:highlight>
              <a:latin typeface="Spinnaker"/>
              <a:ea typeface="Spinnaker"/>
              <a:cs typeface="Spinnaker"/>
              <a:sym typeface="Spinnaker"/>
            </a:endParaRPr>
          </a:p>
          <a:p>
            <a:pPr marL="457200" lvl="0" indent="-304800" algn="l" rtl="0">
              <a:lnSpc>
                <a:spcPct val="115000"/>
              </a:lnSpc>
              <a:spcBef>
                <a:spcPts val="0"/>
              </a:spcBef>
              <a:spcAft>
                <a:spcPts val="0"/>
              </a:spcAft>
              <a:buClr>
                <a:schemeClr val="dk1"/>
              </a:buClr>
              <a:buSzPts val="1200"/>
              <a:buFont typeface="Spinnaker"/>
              <a:buChar char="●"/>
            </a:pPr>
            <a:r>
              <a:rPr lang="en" sz="1200">
                <a:solidFill>
                  <a:schemeClr val="dk1"/>
                </a:solidFill>
                <a:highlight>
                  <a:schemeClr val="dk2"/>
                </a:highlight>
                <a:latin typeface="Spinnaker"/>
                <a:ea typeface="Spinnaker"/>
                <a:cs typeface="Spinnaker"/>
                <a:sym typeface="Spinnaker"/>
              </a:rPr>
              <a:t>(PC1) Plant Infected Pct</a:t>
            </a:r>
            <a:endParaRPr sz="1200">
              <a:solidFill>
                <a:schemeClr val="dk1"/>
              </a:solidFill>
              <a:highlight>
                <a:schemeClr val="dk2"/>
              </a:highlight>
              <a:latin typeface="Spinnaker"/>
              <a:ea typeface="Spinnaker"/>
              <a:cs typeface="Spinnaker"/>
              <a:sym typeface="Spinnaker"/>
            </a:endParaRPr>
          </a:p>
          <a:p>
            <a:pPr marL="457200" lvl="0" indent="-304800" algn="l" rtl="0">
              <a:lnSpc>
                <a:spcPct val="115000"/>
              </a:lnSpc>
              <a:spcBef>
                <a:spcPts val="0"/>
              </a:spcBef>
              <a:spcAft>
                <a:spcPts val="0"/>
              </a:spcAft>
              <a:buClr>
                <a:schemeClr val="dk1"/>
              </a:buClr>
              <a:buSzPts val="1200"/>
              <a:buFont typeface="Spinnaker"/>
              <a:buChar char="●"/>
            </a:pPr>
            <a:r>
              <a:rPr lang="en" sz="1200">
                <a:solidFill>
                  <a:schemeClr val="dk1"/>
                </a:solidFill>
                <a:highlight>
                  <a:srgbClr val="B4A7D6"/>
                </a:highlight>
                <a:latin typeface="Spinnaker"/>
                <a:ea typeface="Spinnaker"/>
                <a:cs typeface="Spinnaker"/>
                <a:sym typeface="Spinnaker"/>
              </a:rPr>
              <a:t>(PC2) Plant Height</a:t>
            </a:r>
            <a:endParaRPr sz="1200">
              <a:solidFill>
                <a:schemeClr val="dk1"/>
              </a:solidFill>
              <a:highlight>
                <a:srgbClr val="B4A7D6"/>
              </a:highlight>
              <a:latin typeface="Spinnaker"/>
              <a:ea typeface="Spinnaker"/>
              <a:cs typeface="Spinnaker"/>
              <a:sym typeface="Spinnaker"/>
            </a:endParaRPr>
          </a:p>
          <a:p>
            <a:pPr marL="0" lvl="0" indent="0" algn="l" rtl="0">
              <a:lnSpc>
                <a:spcPct val="115000"/>
              </a:lnSpc>
              <a:spcBef>
                <a:spcPts val="0"/>
              </a:spcBef>
              <a:spcAft>
                <a:spcPts val="0"/>
              </a:spcAft>
              <a:buNone/>
            </a:pPr>
            <a:endParaRPr sz="1200">
              <a:solidFill>
                <a:schemeClr val="dk1"/>
              </a:solidFill>
              <a:latin typeface="Spinnaker"/>
              <a:ea typeface="Spinnaker"/>
              <a:cs typeface="Spinnaker"/>
              <a:sym typeface="Spinnaker"/>
            </a:endParaRPr>
          </a:p>
        </p:txBody>
      </p:sp>
      <p:sp>
        <p:nvSpPr>
          <p:cNvPr id="4561" name="Google Shape;4561;p314"/>
          <p:cNvSpPr txBox="1"/>
          <p:nvPr/>
        </p:nvSpPr>
        <p:spPr>
          <a:xfrm>
            <a:off x="279700" y="1108525"/>
            <a:ext cx="2734200" cy="27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191919"/>
                </a:solidFill>
                <a:latin typeface="Spinnaker"/>
                <a:ea typeface="Spinnaker"/>
                <a:cs typeface="Spinnaker"/>
                <a:sym typeface="Spinnaker"/>
              </a:rPr>
              <a:t>PCA HIGH vs. LOW Inoculum</a:t>
            </a:r>
            <a:endParaRPr b="1">
              <a:solidFill>
                <a:srgbClr val="191919"/>
              </a:solidFill>
              <a:latin typeface="Spinnaker"/>
              <a:ea typeface="Spinnaker"/>
              <a:cs typeface="Spinnaker"/>
              <a:sym typeface="Spinnaker"/>
            </a:endParaRPr>
          </a:p>
        </p:txBody>
      </p:sp>
      <p:sp>
        <p:nvSpPr>
          <p:cNvPr id="4562" name="Google Shape;4562;p314"/>
          <p:cNvSpPr txBox="1"/>
          <p:nvPr/>
        </p:nvSpPr>
        <p:spPr>
          <a:xfrm>
            <a:off x="3345550" y="1108525"/>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191919"/>
                </a:solidFill>
                <a:latin typeface="Spinnaker"/>
                <a:ea typeface="Spinnaker"/>
                <a:cs typeface="Spinnaker"/>
                <a:sym typeface="Spinnaker"/>
              </a:rPr>
              <a:t>LDA Feature Selection</a:t>
            </a:r>
            <a:endParaRPr/>
          </a:p>
        </p:txBody>
      </p:sp>
      <p:sp>
        <p:nvSpPr>
          <p:cNvPr id="4563" name="Google Shape;4563;p314"/>
          <p:cNvSpPr/>
          <p:nvPr/>
        </p:nvSpPr>
        <p:spPr>
          <a:xfrm rot="-813773">
            <a:off x="6392482" y="2084053"/>
            <a:ext cx="457971" cy="162626"/>
          </a:xfrm>
          <a:prstGeom prst="rightArrow">
            <a:avLst>
              <a:gd name="adj1" fmla="val 50000"/>
              <a:gd name="adj2" fmla="val 50000"/>
            </a:avLst>
          </a:prstGeom>
          <a:solidFill>
            <a:srgbClr val="C24945"/>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4564" name="Google Shape;4564;p314"/>
          <p:cNvSpPr/>
          <p:nvPr/>
        </p:nvSpPr>
        <p:spPr>
          <a:xfrm rot="-1756569">
            <a:off x="6369108" y="1712651"/>
            <a:ext cx="504888" cy="157554"/>
          </a:xfrm>
          <a:prstGeom prst="rightArrow">
            <a:avLst>
              <a:gd name="adj1" fmla="val 50000"/>
              <a:gd name="adj2" fmla="val 50000"/>
            </a:avLst>
          </a:prstGeom>
          <a:solidFill>
            <a:srgbClr val="C24945"/>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4565" name="Google Shape;4565;p314"/>
          <p:cNvSpPr/>
          <p:nvPr/>
        </p:nvSpPr>
        <p:spPr>
          <a:xfrm>
            <a:off x="7233250" y="3976650"/>
            <a:ext cx="1223700" cy="1102500"/>
          </a:xfrm>
          <a:prstGeom prst="ellipse">
            <a:avLst/>
          </a:prstGeom>
          <a:solidFill>
            <a:srgbClr val="B53D55"/>
          </a:solidFill>
          <a:ln w="120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Spinnaker"/>
                <a:ea typeface="Spinnaker"/>
                <a:cs typeface="Spinnaker"/>
                <a:sym typeface="Spinnaker"/>
              </a:rPr>
              <a:t>CLASS</a:t>
            </a:r>
            <a:endParaRPr>
              <a:solidFill>
                <a:schemeClr val="lt1"/>
              </a:solidFill>
              <a:latin typeface="Spinnaker"/>
              <a:ea typeface="Spinnaker"/>
              <a:cs typeface="Spinnaker"/>
              <a:sym typeface="Spinnaker"/>
            </a:endParaRPr>
          </a:p>
        </p:txBody>
      </p:sp>
      <p:sp>
        <p:nvSpPr>
          <p:cNvPr id="4566" name="Google Shape;4566;p314"/>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5</a:t>
            </a:fld>
            <a:endParaRPr/>
          </a:p>
        </p:txBody>
      </p:sp>
      <p:sp>
        <p:nvSpPr>
          <p:cNvPr id="4567" name="Google Shape;4567;p314"/>
          <p:cNvSpPr/>
          <p:nvPr/>
        </p:nvSpPr>
        <p:spPr>
          <a:xfrm rot="-1435987">
            <a:off x="6344123" y="1910960"/>
            <a:ext cx="534671" cy="162506"/>
          </a:xfrm>
          <a:prstGeom prst="rightArrow">
            <a:avLst>
              <a:gd name="adj1" fmla="val 50000"/>
              <a:gd name="adj2" fmla="val 50000"/>
            </a:avLst>
          </a:prstGeom>
          <a:solidFill>
            <a:srgbClr val="C24945"/>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571"/>
        <p:cNvGrpSpPr/>
        <p:nvPr/>
      </p:nvGrpSpPr>
      <p:grpSpPr>
        <a:xfrm>
          <a:off x="0" y="0"/>
          <a:ext cx="0" cy="0"/>
          <a:chOff x="0" y="0"/>
          <a:chExt cx="0" cy="0"/>
        </a:xfrm>
      </p:grpSpPr>
      <p:sp>
        <p:nvSpPr>
          <p:cNvPr id="4572" name="Google Shape;4572;p315"/>
          <p:cNvSpPr txBox="1">
            <a:spLocks noGrp="1"/>
          </p:cNvSpPr>
          <p:nvPr>
            <p:ph type="title"/>
          </p:nvPr>
        </p:nvSpPr>
        <p:spPr>
          <a:xfrm>
            <a:off x="720000" y="34655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SVM Performance</a:t>
            </a:r>
            <a:endParaRPr/>
          </a:p>
        </p:txBody>
      </p:sp>
      <p:sp>
        <p:nvSpPr>
          <p:cNvPr id="4573" name="Google Shape;4573;p315"/>
          <p:cNvSpPr/>
          <p:nvPr/>
        </p:nvSpPr>
        <p:spPr>
          <a:xfrm>
            <a:off x="5462175" y="2505438"/>
            <a:ext cx="3235500" cy="572700"/>
          </a:xfrm>
          <a:prstGeom prst="roundRect">
            <a:avLst>
              <a:gd name="adj" fmla="val 16667"/>
            </a:avLst>
          </a:prstGeom>
          <a:solidFill>
            <a:schemeClr val="dk1"/>
          </a:solidFill>
          <a:ln w="9525" cap="flat" cmpd="sng">
            <a:solidFill>
              <a:schemeClr val="dk2"/>
            </a:solidFill>
            <a:prstDash val="solid"/>
            <a:round/>
            <a:headEnd type="none" w="sm" len="sm"/>
            <a:tailEnd type="none" w="sm" len="sm"/>
          </a:ln>
        </p:spPr>
        <p:txBody>
          <a:bodyPr spcFirstLastPara="1" wrap="square" lIns="91425" tIns="155425" rIns="91425" bIns="0" anchor="ctr" anchorCtr="0">
            <a:noAutofit/>
          </a:bodyPr>
          <a:lstStyle/>
          <a:p>
            <a:pPr marL="0" lvl="0" indent="0" algn="ctr" rtl="0">
              <a:spcBef>
                <a:spcPts val="0"/>
              </a:spcBef>
              <a:spcAft>
                <a:spcPts val="0"/>
              </a:spcAft>
              <a:buNone/>
            </a:pPr>
            <a:r>
              <a:rPr lang="en">
                <a:solidFill>
                  <a:schemeClr val="lt1"/>
                </a:solidFill>
                <a:latin typeface="Spinnaker"/>
                <a:ea typeface="Spinnaker"/>
                <a:cs typeface="Spinnaker"/>
                <a:sym typeface="Spinnaker"/>
              </a:rPr>
              <a:t>Overall Test Accuracy: 77.5%</a:t>
            </a:r>
            <a:endParaRPr>
              <a:solidFill>
                <a:schemeClr val="lt1"/>
              </a:solidFill>
              <a:latin typeface="Spinnaker"/>
              <a:ea typeface="Spinnaker"/>
              <a:cs typeface="Spinnaker"/>
              <a:sym typeface="Spinnaker"/>
            </a:endParaRPr>
          </a:p>
          <a:p>
            <a:pPr marL="0" lvl="0" indent="0" algn="ctr" rtl="0">
              <a:spcBef>
                <a:spcPts val="0"/>
              </a:spcBef>
              <a:spcAft>
                <a:spcPts val="0"/>
              </a:spcAft>
              <a:buNone/>
            </a:pPr>
            <a:endParaRPr>
              <a:solidFill>
                <a:schemeClr val="lt1"/>
              </a:solidFill>
              <a:latin typeface="Spinnaker"/>
              <a:ea typeface="Spinnaker"/>
              <a:cs typeface="Spinnaker"/>
              <a:sym typeface="Spinnaker"/>
            </a:endParaRPr>
          </a:p>
        </p:txBody>
      </p:sp>
      <p:pic>
        <p:nvPicPr>
          <p:cNvPr id="4574" name="Google Shape;4574;p315"/>
          <p:cNvPicPr preferRelativeResize="0"/>
          <p:nvPr/>
        </p:nvPicPr>
        <p:blipFill>
          <a:blip r:embed="rId3">
            <a:alphaModFix/>
          </a:blip>
          <a:stretch>
            <a:fillRect/>
          </a:stretch>
        </p:blipFill>
        <p:spPr>
          <a:xfrm>
            <a:off x="5462175" y="997625"/>
            <a:ext cx="3235500" cy="1359185"/>
          </a:xfrm>
          <a:prstGeom prst="rect">
            <a:avLst/>
          </a:prstGeom>
          <a:noFill/>
          <a:ln>
            <a:noFill/>
          </a:ln>
        </p:spPr>
      </p:pic>
      <p:sp>
        <p:nvSpPr>
          <p:cNvPr id="4575" name="Google Shape;4575;p315"/>
          <p:cNvSpPr/>
          <p:nvPr/>
        </p:nvSpPr>
        <p:spPr>
          <a:xfrm>
            <a:off x="138150" y="2356800"/>
            <a:ext cx="1954800" cy="2135400"/>
          </a:xfrm>
          <a:prstGeom prst="roundRect">
            <a:avLst>
              <a:gd name="adj" fmla="val 16667"/>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dk1"/>
                </a:solidFill>
                <a:latin typeface="Spinnaker"/>
                <a:ea typeface="Spinnaker"/>
                <a:cs typeface="Spinnaker"/>
                <a:sym typeface="Spinnaker"/>
              </a:rPr>
              <a:t>The report shows that the model displays a balanced performance across inoculum classes. Both classes show strong recall and precision. Higher accuracy with LOW classification.</a:t>
            </a:r>
            <a:endParaRPr sz="1300">
              <a:latin typeface="Spinnaker"/>
              <a:ea typeface="Spinnaker"/>
              <a:cs typeface="Spinnaker"/>
              <a:sym typeface="Spinnaker"/>
            </a:endParaRPr>
          </a:p>
        </p:txBody>
      </p:sp>
      <p:graphicFrame>
        <p:nvGraphicFramePr>
          <p:cNvPr id="4576" name="Google Shape;4576;p315"/>
          <p:cNvGraphicFramePr/>
          <p:nvPr/>
        </p:nvGraphicFramePr>
        <p:xfrm>
          <a:off x="247175" y="1349950"/>
          <a:ext cx="1647650" cy="866300"/>
        </p:xfrm>
        <a:graphic>
          <a:graphicData uri="http://schemas.openxmlformats.org/drawingml/2006/table">
            <a:tbl>
              <a:tblPr>
                <a:noFill/>
                <a:tableStyleId>{57BE00EA-FF9C-4525-83ED-70FDE4E5B2CA}</a:tableStyleId>
              </a:tblPr>
              <a:tblGrid>
                <a:gridCol w="823825">
                  <a:extLst>
                    <a:ext uri="{9D8B030D-6E8A-4147-A177-3AD203B41FA5}">
                      <a16:colId xmlns:a16="http://schemas.microsoft.com/office/drawing/2014/main" val="20000"/>
                    </a:ext>
                  </a:extLst>
                </a:gridCol>
                <a:gridCol w="823825">
                  <a:extLst>
                    <a:ext uri="{9D8B030D-6E8A-4147-A177-3AD203B41FA5}">
                      <a16:colId xmlns:a16="http://schemas.microsoft.com/office/drawing/2014/main" val="20001"/>
                    </a:ext>
                  </a:extLst>
                </a:gridCol>
              </a:tblGrid>
              <a:tr h="486675">
                <a:tc>
                  <a:txBody>
                    <a:bodyPr/>
                    <a:lstStyle/>
                    <a:p>
                      <a:pPr marL="0" lvl="0" indent="0" algn="l" rtl="0">
                        <a:spcBef>
                          <a:spcPts val="0"/>
                        </a:spcBef>
                        <a:spcAft>
                          <a:spcPts val="0"/>
                        </a:spcAft>
                        <a:buNone/>
                      </a:pPr>
                      <a:r>
                        <a:rPr lang="en" sz="1100">
                          <a:solidFill>
                            <a:schemeClr val="accent3"/>
                          </a:solidFill>
                        </a:rPr>
                        <a:t>Cadenza</a:t>
                      </a:r>
                      <a:endParaRPr sz="1100">
                        <a:solidFill>
                          <a:schemeClr val="accent3"/>
                        </a:solidFill>
                      </a:endParaRPr>
                    </a:p>
                  </a:txBody>
                  <a:tcPr marL="91425" marR="91425" marT="91425" marB="91425">
                    <a:lnL w="9525" cap="flat" cmpd="sng">
                      <a:solidFill>
                        <a:srgbClr val="191919">
                          <a:alpha val="0"/>
                        </a:srgbClr>
                      </a:solidFill>
                      <a:prstDash val="solid"/>
                      <a:round/>
                      <a:headEnd type="none" w="sm" len="sm"/>
                      <a:tailEnd type="none" w="sm" len="sm"/>
                    </a:lnL>
                    <a:lnR w="9525" cap="flat" cmpd="sng">
                      <a:solidFill>
                        <a:srgbClr val="191919">
                          <a:alpha val="0"/>
                        </a:srgbClr>
                      </a:solidFill>
                      <a:prstDash val="solid"/>
                      <a:round/>
                      <a:headEnd type="none" w="sm" len="sm"/>
                      <a:tailEnd type="none" w="sm" len="sm"/>
                    </a:lnR>
                    <a:lnT w="9525" cap="flat" cmpd="sng">
                      <a:solidFill>
                        <a:srgbClr val="191919">
                          <a:alpha val="0"/>
                        </a:srgbClr>
                      </a:solidFill>
                      <a:prstDash val="solid"/>
                      <a:round/>
                      <a:headEnd type="none" w="sm" len="sm"/>
                      <a:tailEnd type="none" w="sm" len="sm"/>
                    </a:lnT>
                    <a:lnB w="9525" cap="flat" cmpd="sng">
                      <a:solidFill>
                        <a:srgbClr val="191919">
                          <a:alpha val="0"/>
                        </a:srgbClr>
                      </a:solidFill>
                      <a:prstDash val="solid"/>
                      <a:round/>
                      <a:headEnd type="none" w="sm" len="sm"/>
                      <a:tailEnd type="none" w="sm" len="sm"/>
                    </a:lnB>
                    <a:solidFill>
                      <a:schemeClr val="dk1"/>
                    </a:solidFill>
                  </a:tcPr>
                </a:tc>
                <a:tc>
                  <a:txBody>
                    <a:bodyPr/>
                    <a:lstStyle/>
                    <a:p>
                      <a:pPr marL="0" lvl="0" indent="0" algn="l" rtl="0">
                        <a:spcBef>
                          <a:spcPts val="0"/>
                        </a:spcBef>
                        <a:spcAft>
                          <a:spcPts val="0"/>
                        </a:spcAft>
                        <a:buNone/>
                      </a:pPr>
                      <a:r>
                        <a:rPr lang="en" sz="1100">
                          <a:solidFill>
                            <a:schemeClr val="accent3"/>
                          </a:solidFill>
                        </a:rPr>
                        <a:t>LOW</a:t>
                      </a:r>
                      <a:endParaRPr sz="1100">
                        <a:solidFill>
                          <a:schemeClr val="accent3"/>
                        </a:solidFill>
                      </a:endParaRPr>
                    </a:p>
                  </a:txBody>
                  <a:tcPr marL="91425" marR="91425" marT="91425" marB="91425">
                    <a:lnL w="9525" cap="flat" cmpd="sng">
                      <a:solidFill>
                        <a:srgbClr val="191919">
                          <a:alpha val="0"/>
                        </a:srgbClr>
                      </a:solidFill>
                      <a:prstDash val="solid"/>
                      <a:round/>
                      <a:headEnd type="none" w="sm" len="sm"/>
                      <a:tailEnd type="none" w="sm" len="sm"/>
                    </a:lnL>
                    <a:lnR w="9525" cap="flat" cmpd="sng">
                      <a:solidFill>
                        <a:srgbClr val="191919">
                          <a:alpha val="0"/>
                        </a:srgbClr>
                      </a:solidFill>
                      <a:prstDash val="solid"/>
                      <a:round/>
                      <a:headEnd type="none" w="sm" len="sm"/>
                      <a:tailEnd type="none" w="sm" len="sm"/>
                    </a:lnR>
                    <a:lnT w="9525" cap="flat" cmpd="sng">
                      <a:solidFill>
                        <a:srgbClr val="191919">
                          <a:alpha val="0"/>
                        </a:srgbClr>
                      </a:solidFill>
                      <a:prstDash val="solid"/>
                      <a:round/>
                      <a:headEnd type="none" w="sm" len="sm"/>
                      <a:tailEnd type="none" w="sm" len="sm"/>
                    </a:lnT>
                    <a:lnB w="9525" cap="flat" cmpd="sng">
                      <a:solidFill>
                        <a:srgbClr val="191919">
                          <a:alpha val="0"/>
                        </a:srgbClr>
                      </a:solidFill>
                      <a:prstDash val="solid"/>
                      <a:round/>
                      <a:headEnd type="none" w="sm" len="sm"/>
                      <a:tailEnd type="none" w="sm" len="sm"/>
                    </a:lnB>
                    <a:solidFill>
                      <a:schemeClr val="lt2"/>
                    </a:solidFill>
                  </a:tcPr>
                </a:tc>
                <a:extLst>
                  <a:ext uri="{0D108BD9-81ED-4DB2-BD59-A6C34878D82A}">
                    <a16:rowId xmlns:a16="http://schemas.microsoft.com/office/drawing/2014/main" val="10000"/>
                  </a:ext>
                </a:extLst>
              </a:tr>
              <a:tr h="379625">
                <a:tc>
                  <a:txBody>
                    <a:bodyPr/>
                    <a:lstStyle/>
                    <a:p>
                      <a:pPr marL="0" lvl="0" indent="0" algn="l" rtl="0">
                        <a:spcBef>
                          <a:spcPts val="0"/>
                        </a:spcBef>
                        <a:spcAft>
                          <a:spcPts val="0"/>
                        </a:spcAft>
                        <a:buNone/>
                      </a:pPr>
                      <a:r>
                        <a:rPr lang="en" sz="1100">
                          <a:solidFill>
                            <a:schemeClr val="accent4"/>
                          </a:solidFill>
                        </a:rPr>
                        <a:t>Hereward</a:t>
                      </a:r>
                      <a:endParaRPr sz="1100">
                        <a:solidFill>
                          <a:schemeClr val="accent4"/>
                        </a:solidFill>
                      </a:endParaRPr>
                    </a:p>
                  </a:txBody>
                  <a:tcPr marL="91425" marR="91425" marT="91425" marB="91425">
                    <a:lnL w="9525" cap="flat" cmpd="sng">
                      <a:solidFill>
                        <a:srgbClr val="191919">
                          <a:alpha val="0"/>
                        </a:srgbClr>
                      </a:solidFill>
                      <a:prstDash val="solid"/>
                      <a:round/>
                      <a:headEnd type="none" w="sm" len="sm"/>
                      <a:tailEnd type="none" w="sm" len="sm"/>
                    </a:lnL>
                    <a:lnR w="9525" cap="flat" cmpd="sng">
                      <a:solidFill>
                        <a:srgbClr val="191919">
                          <a:alpha val="0"/>
                        </a:srgbClr>
                      </a:solidFill>
                      <a:prstDash val="solid"/>
                      <a:round/>
                      <a:headEnd type="none" w="sm" len="sm"/>
                      <a:tailEnd type="none" w="sm" len="sm"/>
                    </a:lnR>
                    <a:lnT w="9525" cap="flat" cmpd="sng">
                      <a:solidFill>
                        <a:srgbClr val="191919">
                          <a:alpha val="0"/>
                        </a:srgbClr>
                      </a:solidFill>
                      <a:prstDash val="solid"/>
                      <a:round/>
                      <a:headEnd type="none" w="sm" len="sm"/>
                      <a:tailEnd type="none" w="sm" len="sm"/>
                    </a:lnT>
                    <a:lnB w="9525" cap="flat" cmpd="sng">
                      <a:solidFill>
                        <a:srgbClr val="191919">
                          <a:alpha val="0"/>
                        </a:srgbClr>
                      </a:solidFill>
                      <a:prstDash val="solid"/>
                      <a:round/>
                      <a:headEnd type="none" w="sm" len="sm"/>
                      <a:tailEnd type="none" w="sm" len="sm"/>
                    </a:lnB>
                    <a:solidFill>
                      <a:schemeClr val="dk1"/>
                    </a:solidFill>
                  </a:tcPr>
                </a:tc>
                <a:tc>
                  <a:txBody>
                    <a:bodyPr/>
                    <a:lstStyle/>
                    <a:p>
                      <a:pPr marL="0" lvl="0" indent="0" algn="l" rtl="0">
                        <a:spcBef>
                          <a:spcPts val="0"/>
                        </a:spcBef>
                        <a:spcAft>
                          <a:spcPts val="0"/>
                        </a:spcAft>
                        <a:buNone/>
                      </a:pPr>
                      <a:r>
                        <a:rPr lang="en" sz="1100">
                          <a:solidFill>
                            <a:schemeClr val="accent4"/>
                          </a:solidFill>
                        </a:rPr>
                        <a:t>HIGH</a:t>
                      </a:r>
                      <a:endParaRPr sz="1100">
                        <a:solidFill>
                          <a:schemeClr val="accent4"/>
                        </a:solidFill>
                      </a:endParaRPr>
                    </a:p>
                  </a:txBody>
                  <a:tcPr marL="91425" marR="91425" marT="91425" marB="91425">
                    <a:lnL w="9525" cap="flat" cmpd="sng">
                      <a:solidFill>
                        <a:srgbClr val="191919">
                          <a:alpha val="0"/>
                        </a:srgbClr>
                      </a:solidFill>
                      <a:prstDash val="solid"/>
                      <a:round/>
                      <a:headEnd type="none" w="sm" len="sm"/>
                      <a:tailEnd type="none" w="sm" len="sm"/>
                    </a:lnL>
                    <a:lnR w="9525" cap="flat" cmpd="sng">
                      <a:solidFill>
                        <a:srgbClr val="191919">
                          <a:alpha val="0"/>
                        </a:srgbClr>
                      </a:solidFill>
                      <a:prstDash val="solid"/>
                      <a:round/>
                      <a:headEnd type="none" w="sm" len="sm"/>
                      <a:tailEnd type="none" w="sm" len="sm"/>
                    </a:lnR>
                    <a:lnT w="9525" cap="flat" cmpd="sng">
                      <a:solidFill>
                        <a:srgbClr val="191919">
                          <a:alpha val="0"/>
                        </a:srgbClr>
                      </a:solidFill>
                      <a:prstDash val="solid"/>
                      <a:round/>
                      <a:headEnd type="none" w="sm" len="sm"/>
                      <a:tailEnd type="none" w="sm" len="sm"/>
                    </a:lnT>
                    <a:lnB w="9525" cap="flat" cmpd="sng">
                      <a:solidFill>
                        <a:srgbClr val="191919">
                          <a:alpha val="0"/>
                        </a:srgbClr>
                      </a:solidFill>
                      <a:prstDash val="solid"/>
                      <a:round/>
                      <a:headEnd type="none" w="sm" len="sm"/>
                      <a:tailEnd type="none" w="sm" len="sm"/>
                    </a:lnB>
                    <a:solidFill>
                      <a:schemeClr val="lt2"/>
                    </a:solidFill>
                  </a:tcPr>
                </a:tc>
                <a:extLst>
                  <a:ext uri="{0D108BD9-81ED-4DB2-BD59-A6C34878D82A}">
                    <a16:rowId xmlns:a16="http://schemas.microsoft.com/office/drawing/2014/main" val="10001"/>
                  </a:ext>
                </a:extLst>
              </a:tr>
            </a:tbl>
          </a:graphicData>
        </a:graphic>
      </p:graphicFrame>
      <p:cxnSp>
        <p:nvCxnSpPr>
          <p:cNvPr id="4577" name="Google Shape;4577;p315"/>
          <p:cNvCxnSpPr/>
          <p:nvPr/>
        </p:nvCxnSpPr>
        <p:spPr>
          <a:xfrm rot="10800000" flipH="1">
            <a:off x="254400" y="1771875"/>
            <a:ext cx="1633200" cy="7500"/>
          </a:xfrm>
          <a:prstGeom prst="straightConnector1">
            <a:avLst/>
          </a:prstGeom>
          <a:noFill/>
          <a:ln w="9525" cap="flat" cmpd="sng">
            <a:solidFill>
              <a:schemeClr val="dk1"/>
            </a:solidFill>
            <a:prstDash val="solid"/>
            <a:round/>
            <a:headEnd type="none" w="med" len="med"/>
            <a:tailEnd type="none" w="med" len="med"/>
          </a:ln>
        </p:spPr>
      </p:cxnSp>
      <p:sp>
        <p:nvSpPr>
          <p:cNvPr id="4578" name="Google Shape;4578;p315"/>
          <p:cNvSpPr txBox="1"/>
          <p:nvPr/>
        </p:nvSpPr>
        <p:spPr>
          <a:xfrm>
            <a:off x="161850" y="997625"/>
            <a:ext cx="1714200" cy="384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dk1"/>
                </a:solidFill>
                <a:latin typeface="Spinnaker"/>
                <a:ea typeface="Spinnaker"/>
                <a:cs typeface="Spinnaker"/>
                <a:sym typeface="Spinnaker"/>
              </a:rPr>
              <a:t>Training Varieties</a:t>
            </a:r>
            <a:endParaRPr b="1">
              <a:solidFill>
                <a:schemeClr val="dk1"/>
              </a:solidFill>
              <a:latin typeface="Spinnaker"/>
              <a:ea typeface="Spinnaker"/>
              <a:cs typeface="Spinnaker"/>
              <a:sym typeface="Spinnaker"/>
            </a:endParaRPr>
          </a:p>
        </p:txBody>
      </p:sp>
      <p:sp>
        <p:nvSpPr>
          <p:cNvPr id="4579" name="Google Shape;4579;p315"/>
          <p:cNvSpPr/>
          <p:nvPr/>
        </p:nvSpPr>
        <p:spPr>
          <a:xfrm>
            <a:off x="5462175" y="3197225"/>
            <a:ext cx="3310800" cy="866400"/>
          </a:xfrm>
          <a:prstGeom prst="roundRect">
            <a:avLst>
              <a:gd name="adj" fmla="val 16667"/>
            </a:avLst>
          </a:prstGeom>
          <a:solidFill>
            <a:srgbClr val="DD7E6B"/>
          </a:solidFill>
          <a:ln w="28575" cap="flat" cmpd="sng">
            <a:solidFill>
              <a:srgbClr val="19191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100">
                <a:solidFill>
                  <a:srgbClr val="191919"/>
                </a:solidFill>
                <a:latin typeface="Spinnaker"/>
                <a:ea typeface="Spinnaker"/>
                <a:cs typeface="Spinnaker"/>
                <a:sym typeface="Spinnaker"/>
              </a:rPr>
              <a:t>Tra</a:t>
            </a:r>
            <a:r>
              <a:rPr lang="en" sz="1200">
                <a:solidFill>
                  <a:srgbClr val="191919"/>
                </a:solidFill>
                <a:latin typeface="Spinnaker"/>
                <a:ea typeface="Spinnaker"/>
                <a:cs typeface="Spinnaker"/>
                <a:sym typeface="Spinnaker"/>
              </a:rPr>
              <a:t>in Data</a:t>
            </a:r>
            <a:endParaRPr sz="1000">
              <a:solidFill>
                <a:srgbClr val="191919"/>
              </a:solidFill>
              <a:latin typeface="Spinnaker"/>
              <a:ea typeface="Spinnaker"/>
              <a:cs typeface="Spinnaker"/>
              <a:sym typeface="Spinnaker"/>
            </a:endParaRPr>
          </a:p>
          <a:p>
            <a:pPr marL="457200" lvl="0" indent="-292100" algn="l" rtl="0">
              <a:spcBef>
                <a:spcPts val="0"/>
              </a:spcBef>
              <a:spcAft>
                <a:spcPts val="0"/>
              </a:spcAft>
              <a:buClr>
                <a:srgbClr val="191919"/>
              </a:buClr>
              <a:buSzPts val="1000"/>
              <a:buFont typeface="Spinnaker"/>
              <a:buChar char="●"/>
            </a:pPr>
            <a:r>
              <a:rPr lang="en" sz="1000">
                <a:solidFill>
                  <a:srgbClr val="191919"/>
                </a:solidFill>
                <a:latin typeface="Spinnaker"/>
                <a:ea typeface="Spinnaker"/>
                <a:cs typeface="Spinnaker"/>
                <a:sym typeface="Spinnaker"/>
              </a:rPr>
              <a:t>All data between 2016-2020, split 80/20 using random sampling. </a:t>
            </a:r>
            <a:endParaRPr sz="1000">
              <a:solidFill>
                <a:srgbClr val="191919"/>
              </a:solidFill>
              <a:latin typeface="Spinnaker"/>
              <a:ea typeface="Spinnaker"/>
              <a:cs typeface="Spinnaker"/>
              <a:sym typeface="Spinnaker"/>
            </a:endParaRPr>
          </a:p>
          <a:p>
            <a:pPr marL="457200" lvl="0" indent="-292100" algn="l" rtl="0">
              <a:spcBef>
                <a:spcPts val="0"/>
              </a:spcBef>
              <a:spcAft>
                <a:spcPts val="0"/>
              </a:spcAft>
              <a:buClr>
                <a:srgbClr val="191919"/>
              </a:buClr>
              <a:buSzPts val="1000"/>
              <a:buFont typeface="Spinnaker"/>
              <a:buChar char="●"/>
            </a:pPr>
            <a:r>
              <a:rPr lang="en" sz="1000">
                <a:solidFill>
                  <a:srgbClr val="191919"/>
                </a:solidFill>
                <a:latin typeface="Spinnaker"/>
                <a:ea typeface="Spinnaker"/>
                <a:cs typeface="Spinnaker"/>
                <a:sym typeface="Spinnaker"/>
              </a:rPr>
              <a:t>Data standardized through scaler package</a:t>
            </a:r>
            <a:endParaRPr sz="1000">
              <a:solidFill>
                <a:srgbClr val="191919"/>
              </a:solidFill>
              <a:latin typeface="Spinnaker"/>
              <a:ea typeface="Spinnaker"/>
              <a:cs typeface="Spinnaker"/>
              <a:sym typeface="Spinnaker"/>
            </a:endParaRPr>
          </a:p>
          <a:p>
            <a:pPr marL="457200" lvl="0" indent="-292100" algn="l" rtl="0">
              <a:spcBef>
                <a:spcPts val="0"/>
              </a:spcBef>
              <a:spcAft>
                <a:spcPts val="0"/>
              </a:spcAft>
              <a:buClr>
                <a:srgbClr val="191919"/>
              </a:buClr>
              <a:buSzPts val="1000"/>
              <a:buFont typeface="Spinnaker"/>
              <a:buChar char="●"/>
            </a:pPr>
            <a:r>
              <a:rPr lang="en" sz="1000">
                <a:solidFill>
                  <a:srgbClr val="191919"/>
                </a:solidFill>
                <a:latin typeface="Spinnaker"/>
                <a:ea typeface="Spinnaker"/>
                <a:cs typeface="Spinnaker"/>
                <a:sym typeface="Spinnaker"/>
              </a:rPr>
              <a:t>160 unique observations.</a:t>
            </a:r>
            <a:endParaRPr sz="1000">
              <a:solidFill>
                <a:srgbClr val="191919"/>
              </a:solidFill>
              <a:latin typeface="Spinnaker"/>
              <a:ea typeface="Spinnaker"/>
              <a:cs typeface="Spinnaker"/>
              <a:sym typeface="Spinnaker"/>
            </a:endParaRPr>
          </a:p>
        </p:txBody>
      </p:sp>
      <p:sp>
        <p:nvSpPr>
          <p:cNvPr id="4580" name="Google Shape;4580;p315"/>
          <p:cNvSpPr/>
          <p:nvPr/>
        </p:nvSpPr>
        <p:spPr>
          <a:xfrm>
            <a:off x="5462175" y="4132000"/>
            <a:ext cx="3310800" cy="815700"/>
          </a:xfrm>
          <a:prstGeom prst="roundRect">
            <a:avLst>
              <a:gd name="adj" fmla="val 16667"/>
            </a:avLst>
          </a:prstGeom>
          <a:solidFill>
            <a:srgbClr val="DD7E6B"/>
          </a:solidFill>
          <a:ln w="28575" cap="flat" cmpd="sng">
            <a:solidFill>
              <a:srgbClr val="19191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100">
                <a:solidFill>
                  <a:srgbClr val="191919"/>
                </a:solidFill>
                <a:latin typeface="Spinnaker"/>
                <a:ea typeface="Spinnaker"/>
                <a:cs typeface="Spinnaker"/>
                <a:sym typeface="Spinnaker"/>
              </a:rPr>
              <a:t>Test Data</a:t>
            </a:r>
            <a:endParaRPr sz="1100">
              <a:solidFill>
                <a:srgbClr val="191919"/>
              </a:solidFill>
              <a:latin typeface="Spinnaker"/>
              <a:ea typeface="Spinnaker"/>
              <a:cs typeface="Spinnaker"/>
              <a:sym typeface="Spinnaker"/>
            </a:endParaRPr>
          </a:p>
          <a:p>
            <a:pPr marL="457200" lvl="0" indent="-298450" algn="l" rtl="0">
              <a:spcBef>
                <a:spcPts val="0"/>
              </a:spcBef>
              <a:spcAft>
                <a:spcPts val="0"/>
              </a:spcAft>
              <a:buClr>
                <a:srgbClr val="191919"/>
              </a:buClr>
              <a:buSzPts val="1100"/>
              <a:buFont typeface="Spinnaker"/>
              <a:buChar char="●"/>
            </a:pPr>
            <a:r>
              <a:rPr lang="en" sz="1100">
                <a:solidFill>
                  <a:srgbClr val="191919"/>
                </a:solidFill>
                <a:latin typeface="Spinnaker"/>
                <a:ea typeface="Spinnaker"/>
                <a:cs typeface="Spinnaker"/>
                <a:sym typeface="Spinnaker"/>
              </a:rPr>
              <a:t>Data between 2016-2020 from same dataset. </a:t>
            </a:r>
            <a:endParaRPr sz="1100">
              <a:solidFill>
                <a:srgbClr val="191919"/>
              </a:solidFill>
              <a:latin typeface="Spinnaker"/>
              <a:ea typeface="Spinnaker"/>
              <a:cs typeface="Spinnaker"/>
              <a:sym typeface="Spinnaker"/>
            </a:endParaRPr>
          </a:p>
          <a:p>
            <a:pPr marL="457200" lvl="0" indent="-298450" algn="l" rtl="0">
              <a:spcBef>
                <a:spcPts val="0"/>
              </a:spcBef>
              <a:spcAft>
                <a:spcPts val="0"/>
              </a:spcAft>
              <a:buClr>
                <a:srgbClr val="191919"/>
              </a:buClr>
              <a:buSzPts val="1100"/>
              <a:buFont typeface="Spinnaker"/>
              <a:buChar char="●"/>
            </a:pPr>
            <a:r>
              <a:rPr lang="en" sz="1100">
                <a:solidFill>
                  <a:srgbClr val="191919"/>
                </a:solidFill>
                <a:latin typeface="Spinnaker"/>
                <a:ea typeface="Spinnaker"/>
                <a:cs typeface="Spinnaker"/>
                <a:sym typeface="Spinnaker"/>
              </a:rPr>
              <a:t>40 unique observations.</a:t>
            </a:r>
            <a:endParaRPr sz="1300">
              <a:solidFill>
                <a:srgbClr val="191919"/>
              </a:solidFill>
              <a:latin typeface="Spinnaker"/>
              <a:ea typeface="Spinnaker"/>
              <a:cs typeface="Spinnaker"/>
              <a:sym typeface="Spinnaker"/>
            </a:endParaRPr>
          </a:p>
        </p:txBody>
      </p:sp>
      <p:pic>
        <p:nvPicPr>
          <p:cNvPr id="4581" name="Google Shape;4581;p315"/>
          <p:cNvPicPr preferRelativeResize="0"/>
          <p:nvPr/>
        </p:nvPicPr>
        <p:blipFill>
          <a:blip r:embed="rId4">
            <a:alphaModFix/>
          </a:blip>
          <a:stretch>
            <a:fillRect/>
          </a:stretch>
        </p:blipFill>
        <p:spPr>
          <a:xfrm>
            <a:off x="2157150" y="1079000"/>
            <a:ext cx="3240825" cy="2985500"/>
          </a:xfrm>
          <a:prstGeom prst="rect">
            <a:avLst/>
          </a:prstGeom>
          <a:noFill/>
          <a:ln>
            <a:noFill/>
          </a:ln>
        </p:spPr>
      </p:pic>
      <p:sp>
        <p:nvSpPr>
          <p:cNvPr id="4582" name="Google Shape;4582;p315"/>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6</a:t>
            </a:fld>
            <a:endParaRPr/>
          </a:p>
        </p:txBody>
      </p:sp>
      <p:sp>
        <p:nvSpPr>
          <p:cNvPr id="4583" name="Google Shape;4583;p315"/>
          <p:cNvSpPr/>
          <p:nvPr/>
        </p:nvSpPr>
        <p:spPr>
          <a:xfrm>
            <a:off x="5456075" y="1198400"/>
            <a:ext cx="819600" cy="183900"/>
          </a:xfrm>
          <a:prstGeom prst="rect">
            <a:avLst/>
          </a:prstGeom>
          <a:solidFill>
            <a:srgbClr val="F6B26B"/>
          </a:solidFill>
          <a:ln w="9525" cap="flat" cmpd="sng">
            <a:solidFill>
              <a:srgbClr val="06060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100">
                <a:latin typeface="Spinnaker"/>
                <a:ea typeface="Spinnaker"/>
                <a:cs typeface="Spinnaker"/>
                <a:sym typeface="Spinnaker"/>
              </a:rPr>
              <a:t> low</a:t>
            </a:r>
            <a:endParaRPr sz="800">
              <a:latin typeface="Spinnaker"/>
              <a:ea typeface="Spinnaker"/>
              <a:cs typeface="Spinnaker"/>
              <a:sym typeface="Spinnaker"/>
            </a:endParaRPr>
          </a:p>
        </p:txBody>
      </p:sp>
      <p:sp>
        <p:nvSpPr>
          <p:cNvPr id="4584" name="Google Shape;4584;p315"/>
          <p:cNvSpPr/>
          <p:nvPr/>
        </p:nvSpPr>
        <p:spPr>
          <a:xfrm>
            <a:off x="5456075" y="1397500"/>
            <a:ext cx="819600" cy="183900"/>
          </a:xfrm>
          <a:prstGeom prst="rect">
            <a:avLst/>
          </a:prstGeom>
          <a:solidFill>
            <a:srgbClr val="F6B26B"/>
          </a:solidFill>
          <a:ln w="9525" cap="flat" cmpd="sng">
            <a:solidFill>
              <a:srgbClr val="06060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100">
                <a:latin typeface="Spinnaker"/>
                <a:ea typeface="Spinnaker"/>
                <a:cs typeface="Spinnaker"/>
                <a:sym typeface="Spinnaker"/>
              </a:rPr>
              <a:t> high</a:t>
            </a:r>
            <a:endParaRPr sz="800">
              <a:latin typeface="Spinnaker"/>
              <a:ea typeface="Spinnaker"/>
              <a:cs typeface="Spinnaker"/>
              <a:sym typeface="Spinnake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588"/>
        <p:cNvGrpSpPr/>
        <p:nvPr/>
      </p:nvGrpSpPr>
      <p:grpSpPr>
        <a:xfrm>
          <a:off x="0" y="0"/>
          <a:ext cx="0" cy="0"/>
          <a:chOff x="0" y="0"/>
          <a:chExt cx="0" cy="0"/>
        </a:xfrm>
      </p:grpSpPr>
      <p:sp>
        <p:nvSpPr>
          <p:cNvPr id="4589" name="Google Shape;4589;p3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SVM Model Classification</a:t>
            </a:r>
            <a:endParaRPr/>
          </a:p>
        </p:txBody>
      </p:sp>
      <p:sp>
        <p:nvSpPr>
          <p:cNvPr id="4590" name="Google Shape;4590;p316"/>
          <p:cNvSpPr/>
          <p:nvPr/>
        </p:nvSpPr>
        <p:spPr>
          <a:xfrm>
            <a:off x="100584" y="3814150"/>
            <a:ext cx="6463200" cy="13296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0" tIns="365750" rIns="91425" bIns="0" anchor="ctr" anchorCtr="0">
            <a:noAutofit/>
          </a:bodyPr>
          <a:lstStyle/>
          <a:p>
            <a:pPr marL="457200" lvl="0" indent="-304800" algn="l" rtl="0">
              <a:lnSpc>
                <a:spcPct val="115000"/>
              </a:lnSpc>
              <a:spcBef>
                <a:spcPts val="0"/>
              </a:spcBef>
              <a:spcAft>
                <a:spcPts val="0"/>
              </a:spcAft>
              <a:buSzPts val="1200"/>
              <a:buChar char="●"/>
            </a:pPr>
            <a:r>
              <a:rPr lang="en" sz="1200"/>
              <a:t>The SVM decision boundary shows that varieties with higher root infection values tend to cluster toward the HIGH inoculum class, while those with lower infection rates fall into the LOW class.</a:t>
            </a:r>
            <a:endParaRPr sz="1200"/>
          </a:p>
          <a:p>
            <a:pPr marL="457200" lvl="0" indent="-304800" algn="l" rtl="0">
              <a:lnSpc>
                <a:spcPct val="115000"/>
              </a:lnSpc>
              <a:spcBef>
                <a:spcPts val="0"/>
              </a:spcBef>
              <a:spcAft>
                <a:spcPts val="0"/>
              </a:spcAft>
              <a:buSzPts val="1200"/>
              <a:buChar char="●"/>
            </a:pPr>
            <a:r>
              <a:rPr lang="en" sz="1200"/>
              <a:t>Points inside the margin indicate borderline biological behavior. These varieties may require monitoring or cautious placement in high-risk fields.</a:t>
            </a:r>
            <a:endParaRPr sz="1200"/>
          </a:p>
          <a:p>
            <a:pPr marL="0" lvl="0" indent="0" algn="l" rtl="0">
              <a:spcBef>
                <a:spcPts val="0"/>
              </a:spcBef>
              <a:spcAft>
                <a:spcPts val="0"/>
              </a:spcAft>
              <a:buNone/>
            </a:pPr>
            <a:endParaRPr sz="1000"/>
          </a:p>
          <a:p>
            <a:pPr marL="0" lvl="0" indent="0" algn="l" rtl="0">
              <a:spcBef>
                <a:spcPts val="0"/>
              </a:spcBef>
              <a:spcAft>
                <a:spcPts val="0"/>
              </a:spcAft>
              <a:buNone/>
            </a:pPr>
            <a:endParaRPr sz="1000"/>
          </a:p>
        </p:txBody>
      </p:sp>
      <p:graphicFrame>
        <p:nvGraphicFramePr>
          <p:cNvPr id="4591" name="Google Shape;4591;p316"/>
          <p:cNvGraphicFramePr/>
          <p:nvPr/>
        </p:nvGraphicFramePr>
        <p:xfrm>
          <a:off x="6792038" y="1591888"/>
          <a:ext cx="2306425" cy="2666790"/>
        </p:xfrm>
        <a:graphic>
          <a:graphicData uri="http://schemas.openxmlformats.org/drawingml/2006/table">
            <a:tbl>
              <a:tblPr>
                <a:noFill/>
                <a:tableStyleId>{57BE00EA-FF9C-4525-83ED-70FDE4E5B2CA}</a:tableStyleId>
              </a:tblPr>
              <a:tblGrid>
                <a:gridCol w="1136200">
                  <a:extLst>
                    <a:ext uri="{9D8B030D-6E8A-4147-A177-3AD203B41FA5}">
                      <a16:colId xmlns:a16="http://schemas.microsoft.com/office/drawing/2014/main" val="20000"/>
                    </a:ext>
                  </a:extLst>
                </a:gridCol>
                <a:gridCol w="1170225">
                  <a:extLst>
                    <a:ext uri="{9D8B030D-6E8A-4147-A177-3AD203B41FA5}">
                      <a16:colId xmlns:a16="http://schemas.microsoft.com/office/drawing/2014/main" val="20001"/>
                    </a:ext>
                  </a:extLst>
                </a:gridCol>
              </a:tblGrid>
              <a:tr h="359600">
                <a:tc>
                  <a:txBody>
                    <a:bodyPr/>
                    <a:lstStyle/>
                    <a:p>
                      <a:pPr marL="0" lvl="0" indent="0" algn="l" rtl="0">
                        <a:spcBef>
                          <a:spcPts val="0"/>
                        </a:spcBef>
                        <a:spcAft>
                          <a:spcPts val="0"/>
                        </a:spcAft>
                        <a:buNone/>
                      </a:pPr>
                      <a:r>
                        <a:rPr lang="en" sz="1300" b="1">
                          <a:solidFill>
                            <a:schemeClr val="lt1"/>
                          </a:solidFill>
                        </a:rPr>
                        <a:t>VARIETY</a:t>
                      </a:r>
                      <a:endParaRPr sz="1300" b="1">
                        <a:solidFill>
                          <a:schemeClr val="lt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dk1"/>
                    </a:solidFill>
                  </a:tcPr>
                </a:tc>
                <a:tc>
                  <a:txBody>
                    <a:bodyPr/>
                    <a:lstStyle/>
                    <a:p>
                      <a:pPr marL="0" lvl="0" indent="0" algn="l" rtl="0">
                        <a:spcBef>
                          <a:spcPts val="0"/>
                        </a:spcBef>
                        <a:spcAft>
                          <a:spcPts val="0"/>
                        </a:spcAft>
                        <a:buNone/>
                      </a:pPr>
                      <a:r>
                        <a:rPr lang="en" sz="1300" b="1">
                          <a:solidFill>
                            <a:schemeClr val="lt1"/>
                          </a:solidFill>
                        </a:rPr>
                        <a:t>INOCULUM</a:t>
                      </a:r>
                      <a:endParaRPr sz="1300" b="1">
                        <a:solidFill>
                          <a:schemeClr val="lt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r h="345800">
                <a:tc>
                  <a:txBody>
                    <a:bodyPr/>
                    <a:lstStyle/>
                    <a:p>
                      <a:pPr marL="0" lvl="0" indent="0" algn="l" rtl="0">
                        <a:spcBef>
                          <a:spcPts val="0"/>
                        </a:spcBef>
                        <a:spcAft>
                          <a:spcPts val="0"/>
                        </a:spcAft>
                        <a:buNone/>
                      </a:pPr>
                      <a:r>
                        <a:rPr lang="en" sz="1300"/>
                        <a:t>Cadenza</a:t>
                      </a:r>
                      <a:endParaRPr sz="13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sz="1300"/>
                        <a:t>LOW</a:t>
                      </a:r>
                      <a:endParaRPr sz="13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dk2"/>
                    </a:solidFill>
                  </a:tcPr>
                </a:tc>
                <a:extLst>
                  <a:ext uri="{0D108BD9-81ED-4DB2-BD59-A6C34878D82A}">
                    <a16:rowId xmlns:a16="http://schemas.microsoft.com/office/drawing/2014/main" val="10001"/>
                  </a:ext>
                </a:extLst>
              </a:tr>
              <a:tr h="345800">
                <a:tc>
                  <a:txBody>
                    <a:bodyPr/>
                    <a:lstStyle/>
                    <a:p>
                      <a:pPr marL="0" lvl="0" indent="0" algn="l" rtl="0">
                        <a:spcBef>
                          <a:spcPts val="0"/>
                        </a:spcBef>
                        <a:spcAft>
                          <a:spcPts val="0"/>
                        </a:spcAft>
                        <a:buNone/>
                      </a:pPr>
                      <a:r>
                        <a:rPr lang="en" sz="1300"/>
                        <a:t>Hereward</a:t>
                      </a:r>
                      <a:endParaRPr sz="13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85A33"/>
                    </a:solidFill>
                  </a:tcPr>
                </a:tc>
                <a:tc>
                  <a:txBody>
                    <a:bodyPr/>
                    <a:lstStyle/>
                    <a:p>
                      <a:pPr marL="0" lvl="0" indent="0" algn="l" rtl="0">
                        <a:spcBef>
                          <a:spcPts val="0"/>
                        </a:spcBef>
                        <a:spcAft>
                          <a:spcPts val="0"/>
                        </a:spcAft>
                        <a:buNone/>
                      </a:pPr>
                      <a:r>
                        <a:rPr lang="en" sz="1300"/>
                        <a:t>HIGH</a:t>
                      </a:r>
                      <a:endParaRPr sz="13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85A33"/>
                    </a:solidFill>
                  </a:tcPr>
                </a:tc>
                <a:extLst>
                  <a:ext uri="{0D108BD9-81ED-4DB2-BD59-A6C34878D82A}">
                    <a16:rowId xmlns:a16="http://schemas.microsoft.com/office/drawing/2014/main" val="10002"/>
                  </a:ext>
                </a:extLst>
              </a:tr>
              <a:tr h="345800">
                <a:tc>
                  <a:txBody>
                    <a:bodyPr/>
                    <a:lstStyle/>
                    <a:p>
                      <a:pPr marL="0" lvl="0" indent="0" algn="l" rtl="0">
                        <a:spcBef>
                          <a:spcPts val="0"/>
                        </a:spcBef>
                        <a:spcAft>
                          <a:spcPts val="0"/>
                        </a:spcAft>
                        <a:buNone/>
                      </a:pPr>
                      <a:r>
                        <a:rPr lang="en" sz="1300"/>
                        <a:t>Barley</a:t>
                      </a:r>
                      <a:endParaRPr sz="13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sz="1300"/>
                        <a:t>LOW</a:t>
                      </a:r>
                      <a:endParaRPr sz="13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dk2"/>
                    </a:solidFill>
                  </a:tcPr>
                </a:tc>
                <a:extLst>
                  <a:ext uri="{0D108BD9-81ED-4DB2-BD59-A6C34878D82A}">
                    <a16:rowId xmlns:a16="http://schemas.microsoft.com/office/drawing/2014/main" val="10003"/>
                  </a:ext>
                </a:extLst>
              </a:tr>
              <a:tr h="345800">
                <a:tc>
                  <a:txBody>
                    <a:bodyPr/>
                    <a:lstStyle/>
                    <a:p>
                      <a:pPr marL="0" lvl="0" indent="0" algn="l" rtl="0">
                        <a:spcBef>
                          <a:spcPts val="0"/>
                        </a:spcBef>
                        <a:spcAft>
                          <a:spcPts val="0"/>
                        </a:spcAft>
                        <a:buNone/>
                      </a:pPr>
                      <a:r>
                        <a:rPr lang="en" sz="1300"/>
                        <a:t>Duxford</a:t>
                      </a:r>
                      <a:endParaRPr sz="13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E599"/>
                    </a:solidFill>
                  </a:tcPr>
                </a:tc>
                <a:tc>
                  <a:txBody>
                    <a:bodyPr/>
                    <a:lstStyle/>
                    <a:p>
                      <a:pPr marL="0" lvl="0" indent="0" algn="l" rtl="0">
                        <a:spcBef>
                          <a:spcPts val="0"/>
                        </a:spcBef>
                        <a:spcAft>
                          <a:spcPts val="0"/>
                        </a:spcAft>
                        <a:buNone/>
                      </a:pPr>
                      <a:r>
                        <a:rPr lang="en" sz="1300"/>
                        <a:t>MEDIUM</a:t>
                      </a:r>
                      <a:endParaRPr sz="13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E599"/>
                    </a:solidFill>
                  </a:tcPr>
                </a:tc>
                <a:extLst>
                  <a:ext uri="{0D108BD9-81ED-4DB2-BD59-A6C34878D82A}">
                    <a16:rowId xmlns:a16="http://schemas.microsoft.com/office/drawing/2014/main" val="10004"/>
                  </a:ext>
                </a:extLst>
              </a:tr>
              <a:tr h="345800">
                <a:tc>
                  <a:txBody>
                    <a:bodyPr/>
                    <a:lstStyle/>
                    <a:p>
                      <a:pPr marL="0" lvl="0" indent="0" algn="l" rtl="0">
                        <a:spcBef>
                          <a:spcPts val="0"/>
                        </a:spcBef>
                        <a:spcAft>
                          <a:spcPts val="0"/>
                        </a:spcAft>
                        <a:buNone/>
                      </a:pPr>
                      <a:r>
                        <a:rPr lang="en" sz="1300"/>
                        <a:t>Hereford</a:t>
                      </a:r>
                      <a:endParaRPr sz="13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E599"/>
                    </a:solidFill>
                  </a:tcPr>
                </a:tc>
                <a:tc>
                  <a:txBody>
                    <a:bodyPr/>
                    <a:lstStyle/>
                    <a:p>
                      <a:pPr marL="0" lvl="0" indent="0" algn="l" rtl="0">
                        <a:spcBef>
                          <a:spcPts val="0"/>
                        </a:spcBef>
                        <a:spcAft>
                          <a:spcPts val="0"/>
                        </a:spcAft>
                        <a:buNone/>
                      </a:pPr>
                      <a:r>
                        <a:rPr lang="en" sz="1300"/>
                        <a:t>MEDIUM</a:t>
                      </a:r>
                      <a:endParaRPr sz="13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E599"/>
                    </a:solidFill>
                  </a:tcPr>
                </a:tc>
                <a:extLst>
                  <a:ext uri="{0D108BD9-81ED-4DB2-BD59-A6C34878D82A}">
                    <a16:rowId xmlns:a16="http://schemas.microsoft.com/office/drawing/2014/main" val="10005"/>
                  </a:ext>
                </a:extLst>
              </a:tr>
              <a:tr h="345800">
                <a:tc>
                  <a:txBody>
                    <a:bodyPr/>
                    <a:lstStyle/>
                    <a:p>
                      <a:pPr marL="0" lvl="0" indent="0" algn="l" rtl="0">
                        <a:spcBef>
                          <a:spcPts val="0"/>
                        </a:spcBef>
                        <a:spcAft>
                          <a:spcPts val="0"/>
                        </a:spcAft>
                        <a:buNone/>
                      </a:pPr>
                      <a:r>
                        <a:rPr lang="en" sz="1300"/>
                        <a:t>Xi19</a:t>
                      </a:r>
                      <a:endParaRPr sz="13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sz="1300"/>
                        <a:t>LOW/MED</a:t>
                      </a:r>
                      <a:endParaRPr sz="13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dk2"/>
                    </a:solidFill>
                  </a:tcPr>
                </a:tc>
                <a:extLst>
                  <a:ext uri="{0D108BD9-81ED-4DB2-BD59-A6C34878D82A}">
                    <a16:rowId xmlns:a16="http://schemas.microsoft.com/office/drawing/2014/main" val="10006"/>
                  </a:ext>
                </a:extLst>
              </a:tr>
            </a:tbl>
          </a:graphicData>
        </a:graphic>
      </p:graphicFrame>
      <p:sp>
        <p:nvSpPr>
          <p:cNvPr id="4592" name="Google Shape;4592;p316"/>
          <p:cNvSpPr/>
          <p:nvPr/>
        </p:nvSpPr>
        <p:spPr>
          <a:xfrm>
            <a:off x="6792038" y="1077263"/>
            <a:ext cx="2306400" cy="410100"/>
          </a:xfrm>
          <a:prstGeom prst="rect">
            <a:avLst/>
          </a:prstGeom>
          <a:solidFill>
            <a:schemeClr val="lt2"/>
          </a:solidFill>
          <a:ln w="19050" cap="flat" cmpd="sng">
            <a:solidFill>
              <a:srgbClr val="191919"/>
            </a:solidFill>
            <a:prstDash val="solid"/>
            <a:round/>
            <a:headEnd type="none" w="sm" len="sm"/>
            <a:tailEnd type="none" w="sm" len="sm"/>
          </a:ln>
        </p:spPr>
        <p:txBody>
          <a:bodyPr spcFirstLastPara="1" wrap="square" lIns="0" tIns="274300" rIns="91425" bIns="0" anchor="ctr" anchorCtr="0">
            <a:noAutofit/>
          </a:bodyPr>
          <a:lstStyle/>
          <a:p>
            <a:pPr marL="0" lvl="0" indent="0" algn="l" rtl="0">
              <a:lnSpc>
                <a:spcPct val="115000"/>
              </a:lnSpc>
              <a:spcBef>
                <a:spcPts val="0"/>
              </a:spcBef>
              <a:spcAft>
                <a:spcPts val="0"/>
              </a:spcAft>
              <a:buNone/>
            </a:pPr>
            <a:r>
              <a:rPr lang="en" sz="900" b="1">
                <a:latin typeface="Unbounded"/>
                <a:ea typeface="Unbounded"/>
                <a:cs typeface="Unbounded"/>
                <a:sym typeface="Unbounded"/>
              </a:rPr>
              <a:t>    </a:t>
            </a:r>
            <a:r>
              <a:rPr lang="en" sz="1100" b="1">
                <a:latin typeface="Unbounded"/>
                <a:ea typeface="Unbounded"/>
                <a:cs typeface="Unbounded"/>
                <a:sym typeface="Unbounded"/>
              </a:rPr>
              <a:t>Inoculum Classification</a:t>
            </a:r>
            <a:endParaRPr sz="1100" b="1">
              <a:latin typeface="Unbounded"/>
              <a:ea typeface="Unbounded"/>
              <a:cs typeface="Unbounded"/>
              <a:sym typeface="Unbounded"/>
            </a:endParaRPr>
          </a:p>
          <a:p>
            <a:pPr marL="0" lvl="0" indent="0" algn="l" rtl="0">
              <a:spcBef>
                <a:spcPts val="0"/>
              </a:spcBef>
              <a:spcAft>
                <a:spcPts val="0"/>
              </a:spcAft>
              <a:buNone/>
            </a:pPr>
            <a:endParaRPr sz="1000"/>
          </a:p>
          <a:p>
            <a:pPr marL="0" lvl="0" indent="0" algn="l" rtl="0">
              <a:spcBef>
                <a:spcPts val="0"/>
              </a:spcBef>
              <a:spcAft>
                <a:spcPts val="0"/>
              </a:spcAft>
              <a:buNone/>
            </a:pPr>
            <a:endParaRPr sz="1000"/>
          </a:p>
        </p:txBody>
      </p:sp>
      <p:pic>
        <p:nvPicPr>
          <p:cNvPr id="4593" name="Google Shape;4593;p316"/>
          <p:cNvPicPr preferRelativeResize="0"/>
          <p:nvPr/>
        </p:nvPicPr>
        <p:blipFill>
          <a:blip r:embed="rId3">
            <a:alphaModFix/>
          </a:blip>
          <a:stretch>
            <a:fillRect/>
          </a:stretch>
        </p:blipFill>
        <p:spPr>
          <a:xfrm>
            <a:off x="3385275" y="1175350"/>
            <a:ext cx="3035175" cy="2287175"/>
          </a:xfrm>
          <a:prstGeom prst="rect">
            <a:avLst/>
          </a:prstGeom>
          <a:noFill/>
          <a:ln>
            <a:noFill/>
          </a:ln>
        </p:spPr>
      </p:pic>
      <p:sp>
        <p:nvSpPr>
          <p:cNvPr id="4594" name="Google Shape;4594;p316"/>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7</a:t>
            </a:fld>
            <a:endParaRPr/>
          </a:p>
        </p:txBody>
      </p:sp>
      <p:sp>
        <p:nvSpPr>
          <p:cNvPr id="4595" name="Google Shape;4595;p316"/>
          <p:cNvSpPr txBox="1"/>
          <p:nvPr/>
        </p:nvSpPr>
        <p:spPr>
          <a:xfrm>
            <a:off x="3533200" y="3424000"/>
            <a:ext cx="2920500" cy="33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060606"/>
                </a:solidFill>
                <a:latin typeface="Spinnaker"/>
                <a:ea typeface="Spinnaker"/>
                <a:cs typeface="Spinnaker"/>
                <a:sym typeface="Spinnaker"/>
              </a:rPr>
              <a:t>Averaged over 200 random states</a:t>
            </a:r>
            <a:endParaRPr sz="1200">
              <a:solidFill>
                <a:srgbClr val="060606"/>
              </a:solidFill>
              <a:latin typeface="Spinnaker"/>
              <a:ea typeface="Spinnaker"/>
              <a:cs typeface="Spinnaker"/>
              <a:sym typeface="Spinnaker"/>
            </a:endParaRPr>
          </a:p>
        </p:txBody>
      </p:sp>
      <p:pic>
        <p:nvPicPr>
          <p:cNvPr id="4596" name="Google Shape;4596;p316"/>
          <p:cNvPicPr preferRelativeResize="0"/>
          <p:nvPr/>
        </p:nvPicPr>
        <p:blipFill>
          <a:blip r:embed="rId4">
            <a:alphaModFix/>
          </a:blip>
          <a:stretch>
            <a:fillRect/>
          </a:stretch>
        </p:blipFill>
        <p:spPr>
          <a:xfrm>
            <a:off x="175050" y="1302675"/>
            <a:ext cx="3061224" cy="2355569"/>
          </a:xfrm>
          <a:prstGeom prst="rect">
            <a:avLst/>
          </a:prstGeom>
          <a:noFill/>
          <a:ln>
            <a:noFill/>
          </a:ln>
        </p:spPr>
      </p:pic>
      <p:sp>
        <p:nvSpPr>
          <p:cNvPr id="4597" name="Google Shape;4597;p316"/>
          <p:cNvSpPr/>
          <p:nvPr/>
        </p:nvSpPr>
        <p:spPr>
          <a:xfrm>
            <a:off x="1200325" y="1077400"/>
            <a:ext cx="174000" cy="165600"/>
          </a:xfrm>
          <a:prstGeom prst="ellipse">
            <a:avLst/>
          </a:prstGeom>
          <a:solidFill>
            <a:srgbClr val="C24945"/>
          </a:solidFill>
          <a:ln w="9525" cap="flat" cmpd="sng">
            <a:solidFill>
              <a:srgbClr val="C2494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4598" name="Google Shape;4598;p316"/>
          <p:cNvSpPr/>
          <p:nvPr/>
        </p:nvSpPr>
        <p:spPr>
          <a:xfrm>
            <a:off x="224750" y="1077400"/>
            <a:ext cx="174000" cy="1656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innaker"/>
              <a:ea typeface="Spinnaker"/>
              <a:cs typeface="Spinnaker"/>
              <a:sym typeface="Spinnaker"/>
            </a:endParaRPr>
          </a:p>
        </p:txBody>
      </p:sp>
      <p:sp>
        <p:nvSpPr>
          <p:cNvPr id="4599" name="Google Shape;4599;p316"/>
          <p:cNvSpPr txBox="1"/>
          <p:nvPr/>
        </p:nvSpPr>
        <p:spPr>
          <a:xfrm>
            <a:off x="398750" y="976300"/>
            <a:ext cx="548700" cy="22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latin typeface="Spinnaker"/>
                <a:ea typeface="Spinnaker"/>
                <a:cs typeface="Spinnaker"/>
                <a:sym typeface="Spinnaker"/>
              </a:rPr>
              <a:t>LOW</a:t>
            </a:r>
            <a:endParaRPr sz="1100">
              <a:latin typeface="Spinnaker"/>
              <a:ea typeface="Spinnaker"/>
              <a:cs typeface="Spinnaker"/>
              <a:sym typeface="Spinnaker"/>
            </a:endParaRPr>
          </a:p>
        </p:txBody>
      </p:sp>
      <p:sp>
        <p:nvSpPr>
          <p:cNvPr id="4600" name="Google Shape;4600;p316"/>
          <p:cNvSpPr txBox="1"/>
          <p:nvPr/>
        </p:nvSpPr>
        <p:spPr>
          <a:xfrm>
            <a:off x="1374329" y="976300"/>
            <a:ext cx="704700" cy="22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rgbClr val="060606"/>
                </a:solidFill>
                <a:latin typeface="Spinnaker"/>
                <a:ea typeface="Spinnaker"/>
                <a:cs typeface="Spinnaker"/>
                <a:sym typeface="Spinnaker"/>
              </a:rPr>
              <a:t>HIGH</a:t>
            </a:r>
            <a:endParaRPr sz="1100">
              <a:solidFill>
                <a:srgbClr val="060606"/>
              </a:solidFill>
              <a:latin typeface="Spinnaker"/>
              <a:ea typeface="Spinnaker"/>
              <a:cs typeface="Spinnaker"/>
              <a:sym typeface="Spinnake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604"/>
        <p:cNvGrpSpPr/>
        <p:nvPr/>
      </p:nvGrpSpPr>
      <p:grpSpPr>
        <a:xfrm>
          <a:off x="0" y="0"/>
          <a:ext cx="0" cy="0"/>
          <a:chOff x="0" y="0"/>
          <a:chExt cx="0" cy="0"/>
        </a:xfrm>
      </p:grpSpPr>
      <p:sp>
        <p:nvSpPr>
          <p:cNvPr id="4605" name="Google Shape;4605;p317"/>
          <p:cNvSpPr txBox="1">
            <a:spLocks noGrp="1"/>
          </p:cNvSpPr>
          <p:nvPr>
            <p:ph type="title"/>
          </p:nvPr>
        </p:nvSpPr>
        <p:spPr>
          <a:xfrm>
            <a:off x="720000" y="35055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Yield Thresholding - Slope</a:t>
            </a:r>
            <a:endParaRPr/>
          </a:p>
        </p:txBody>
      </p:sp>
      <p:pic>
        <p:nvPicPr>
          <p:cNvPr id="4606" name="Google Shape;4606;p317"/>
          <p:cNvPicPr preferRelativeResize="0"/>
          <p:nvPr/>
        </p:nvPicPr>
        <p:blipFill>
          <a:blip r:embed="rId3">
            <a:alphaModFix/>
          </a:blip>
          <a:stretch>
            <a:fillRect/>
          </a:stretch>
        </p:blipFill>
        <p:spPr>
          <a:xfrm>
            <a:off x="227350" y="1567025"/>
            <a:ext cx="4273351" cy="2467225"/>
          </a:xfrm>
          <a:prstGeom prst="rect">
            <a:avLst/>
          </a:prstGeom>
          <a:noFill/>
          <a:ln>
            <a:noFill/>
          </a:ln>
        </p:spPr>
      </p:pic>
      <p:sp>
        <p:nvSpPr>
          <p:cNvPr id="4607" name="Google Shape;4607;p317"/>
          <p:cNvSpPr/>
          <p:nvPr/>
        </p:nvSpPr>
        <p:spPr>
          <a:xfrm>
            <a:off x="227350" y="4078200"/>
            <a:ext cx="4273500" cy="923700"/>
          </a:xfrm>
          <a:prstGeom prst="rect">
            <a:avLst/>
          </a:prstGeom>
          <a:solidFill>
            <a:srgbClr val="DD7E6B"/>
          </a:solidFill>
          <a:ln w="19050" cap="flat" cmpd="sng">
            <a:solidFill>
              <a:srgbClr val="191919"/>
            </a:solidFill>
            <a:prstDash val="solid"/>
            <a:round/>
            <a:headEnd type="none" w="sm" len="sm"/>
            <a:tailEnd type="none" w="sm" len="sm"/>
          </a:ln>
        </p:spPr>
        <p:txBody>
          <a:bodyPr spcFirstLastPara="1" wrap="square" lIns="0" tIns="274300" rIns="91425" bIns="0" anchor="ctr" anchorCtr="0">
            <a:noAutofit/>
          </a:bodyPr>
          <a:lstStyle/>
          <a:p>
            <a:pPr marL="457200" lvl="0" indent="-298450" algn="l" rtl="0">
              <a:spcBef>
                <a:spcPts val="0"/>
              </a:spcBef>
              <a:spcAft>
                <a:spcPts val="0"/>
              </a:spcAft>
              <a:buClr>
                <a:srgbClr val="191919"/>
              </a:buClr>
              <a:buSzPts val="1100"/>
              <a:buChar char="●"/>
            </a:pPr>
            <a:r>
              <a:rPr lang="en" sz="1100">
                <a:solidFill>
                  <a:srgbClr val="191919"/>
                </a:solidFill>
              </a:rPr>
              <a:t>Hereward displays the lowest threshold at 53% root infection; loses yield the earliest.</a:t>
            </a:r>
            <a:endParaRPr sz="1100">
              <a:solidFill>
                <a:srgbClr val="191919"/>
              </a:solidFill>
            </a:endParaRPr>
          </a:p>
          <a:p>
            <a:pPr marL="457200" lvl="0" indent="-298450" algn="l" rtl="0">
              <a:spcBef>
                <a:spcPts val="0"/>
              </a:spcBef>
              <a:spcAft>
                <a:spcPts val="0"/>
              </a:spcAft>
              <a:buClr>
                <a:srgbClr val="191919"/>
              </a:buClr>
              <a:buSzPts val="1100"/>
              <a:buChar char="●"/>
            </a:pPr>
            <a:r>
              <a:rPr lang="en" sz="1100">
                <a:solidFill>
                  <a:srgbClr val="191919"/>
                </a:solidFill>
              </a:rPr>
              <a:t>Duxford is the most tolerant, can withstand greater infection build up before collapse at 66%.</a:t>
            </a:r>
            <a:endParaRPr sz="1100">
              <a:solidFill>
                <a:srgbClr val="191919"/>
              </a:solidFill>
            </a:endParaRPr>
          </a:p>
          <a:p>
            <a:pPr marL="0" lvl="0" indent="0" algn="l" rtl="0">
              <a:spcBef>
                <a:spcPts val="0"/>
              </a:spcBef>
              <a:spcAft>
                <a:spcPts val="0"/>
              </a:spcAft>
              <a:buNone/>
            </a:pPr>
            <a:endParaRPr sz="1000"/>
          </a:p>
          <a:p>
            <a:pPr marL="0" lvl="0" indent="0" algn="l" rtl="0">
              <a:spcBef>
                <a:spcPts val="0"/>
              </a:spcBef>
              <a:spcAft>
                <a:spcPts val="0"/>
              </a:spcAft>
              <a:buNone/>
            </a:pPr>
            <a:endParaRPr sz="1000"/>
          </a:p>
        </p:txBody>
      </p:sp>
      <p:sp>
        <p:nvSpPr>
          <p:cNvPr id="4608" name="Google Shape;4608;p317"/>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8</a:t>
            </a:fld>
            <a:endParaRPr/>
          </a:p>
        </p:txBody>
      </p:sp>
      <p:sp>
        <p:nvSpPr>
          <p:cNvPr id="4609" name="Google Shape;4609;p317"/>
          <p:cNvSpPr txBox="1"/>
          <p:nvPr/>
        </p:nvSpPr>
        <p:spPr>
          <a:xfrm>
            <a:off x="227350" y="958788"/>
            <a:ext cx="42003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Estimate of root infection percentage when yield experiences greatest decrease for each variety.</a:t>
            </a:r>
            <a:endParaRPr sz="1300">
              <a:solidFill>
                <a:schemeClr val="dk1"/>
              </a:solidFill>
            </a:endParaRPr>
          </a:p>
        </p:txBody>
      </p:sp>
      <p:sp>
        <p:nvSpPr>
          <p:cNvPr id="4610" name="Google Shape;4610;p317"/>
          <p:cNvSpPr/>
          <p:nvPr/>
        </p:nvSpPr>
        <p:spPr>
          <a:xfrm>
            <a:off x="4772725" y="1205150"/>
            <a:ext cx="4120800" cy="660000"/>
          </a:xfrm>
          <a:prstGeom prst="rect">
            <a:avLst/>
          </a:prstGeom>
          <a:solidFill>
            <a:srgbClr val="DD7E6B"/>
          </a:solidFill>
          <a:ln w="19050" cap="flat" cmpd="sng">
            <a:solidFill>
              <a:srgbClr val="191919"/>
            </a:solidFill>
            <a:prstDash val="solid"/>
            <a:round/>
            <a:headEnd type="none" w="sm" len="sm"/>
            <a:tailEnd type="none" w="sm" len="sm"/>
          </a:ln>
        </p:spPr>
        <p:txBody>
          <a:bodyPr spcFirstLastPara="1" wrap="square" lIns="0" tIns="182875" rIns="91425" bIns="0" anchor="ctr" anchorCtr="0">
            <a:noAutofit/>
          </a:bodyPr>
          <a:lstStyle/>
          <a:p>
            <a:pPr marL="91440" lvl="0" indent="0" algn="l" rtl="0">
              <a:spcBef>
                <a:spcPts val="0"/>
              </a:spcBef>
              <a:spcAft>
                <a:spcPts val="0"/>
              </a:spcAft>
              <a:buNone/>
            </a:pPr>
            <a:r>
              <a:rPr lang="en" sz="1200">
                <a:solidFill>
                  <a:srgbClr val="191919"/>
                </a:solidFill>
              </a:rPr>
              <a:t>No significant observable difference in correlation of yield between HIGH and LOW inoculum varieties by correlation between 2016-2019. </a:t>
            </a:r>
            <a:endParaRPr sz="800">
              <a:solidFill>
                <a:srgbClr val="191919"/>
              </a:solidFill>
            </a:endParaRPr>
          </a:p>
          <a:p>
            <a:pPr marL="0" lvl="0" indent="0" algn="l" rtl="0">
              <a:spcBef>
                <a:spcPts val="0"/>
              </a:spcBef>
              <a:spcAft>
                <a:spcPts val="0"/>
              </a:spcAft>
              <a:buNone/>
            </a:pPr>
            <a:endParaRPr sz="1000"/>
          </a:p>
        </p:txBody>
      </p:sp>
      <p:pic>
        <p:nvPicPr>
          <p:cNvPr id="4611" name="Google Shape;4611;p317"/>
          <p:cNvPicPr preferRelativeResize="0"/>
          <p:nvPr/>
        </p:nvPicPr>
        <p:blipFill>
          <a:blip r:embed="rId4">
            <a:alphaModFix/>
          </a:blip>
          <a:stretch>
            <a:fillRect/>
          </a:stretch>
        </p:blipFill>
        <p:spPr>
          <a:xfrm>
            <a:off x="4724875" y="1941624"/>
            <a:ext cx="4216500" cy="29583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615"/>
        <p:cNvGrpSpPr/>
        <p:nvPr/>
      </p:nvGrpSpPr>
      <p:grpSpPr>
        <a:xfrm>
          <a:off x="0" y="0"/>
          <a:ext cx="0" cy="0"/>
          <a:chOff x="0" y="0"/>
          <a:chExt cx="0" cy="0"/>
        </a:xfrm>
      </p:grpSpPr>
      <p:sp>
        <p:nvSpPr>
          <p:cNvPr id="4616" name="Google Shape;4616;p3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Yield Thresholding - SVR</a:t>
            </a:r>
            <a:endParaRPr/>
          </a:p>
        </p:txBody>
      </p:sp>
      <p:sp>
        <p:nvSpPr>
          <p:cNvPr id="4617" name="Google Shape;4617;p318"/>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9</a:t>
            </a:fld>
            <a:endParaRPr/>
          </a:p>
        </p:txBody>
      </p:sp>
      <p:pic>
        <p:nvPicPr>
          <p:cNvPr id="4618" name="Google Shape;4618;p318"/>
          <p:cNvPicPr preferRelativeResize="0"/>
          <p:nvPr/>
        </p:nvPicPr>
        <p:blipFill>
          <a:blip r:embed="rId3">
            <a:alphaModFix/>
          </a:blip>
          <a:stretch>
            <a:fillRect/>
          </a:stretch>
        </p:blipFill>
        <p:spPr>
          <a:xfrm>
            <a:off x="259575" y="1269650"/>
            <a:ext cx="4235650" cy="3200274"/>
          </a:xfrm>
          <a:prstGeom prst="rect">
            <a:avLst/>
          </a:prstGeom>
          <a:noFill/>
          <a:ln>
            <a:noFill/>
          </a:ln>
        </p:spPr>
      </p:pic>
      <p:graphicFrame>
        <p:nvGraphicFramePr>
          <p:cNvPr id="4619" name="Google Shape;4619;p318"/>
          <p:cNvGraphicFramePr/>
          <p:nvPr/>
        </p:nvGraphicFramePr>
        <p:xfrm>
          <a:off x="4844138" y="2213575"/>
          <a:ext cx="3090200" cy="2804375"/>
        </p:xfrm>
        <a:graphic>
          <a:graphicData uri="http://schemas.openxmlformats.org/drawingml/2006/table">
            <a:tbl>
              <a:tblPr>
                <a:noFill/>
                <a:tableStyleId>{57BE00EA-FF9C-4525-83ED-70FDE4E5B2CA}</a:tableStyleId>
              </a:tblPr>
              <a:tblGrid>
                <a:gridCol w="1553100">
                  <a:extLst>
                    <a:ext uri="{9D8B030D-6E8A-4147-A177-3AD203B41FA5}">
                      <a16:colId xmlns:a16="http://schemas.microsoft.com/office/drawing/2014/main" val="20000"/>
                    </a:ext>
                  </a:extLst>
                </a:gridCol>
                <a:gridCol w="1537100">
                  <a:extLst>
                    <a:ext uri="{9D8B030D-6E8A-4147-A177-3AD203B41FA5}">
                      <a16:colId xmlns:a16="http://schemas.microsoft.com/office/drawing/2014/main" val="20001"/>
                    </a:ext>
                  </a:extLst>
                </a:gridCol>
              </a:tblGrid>
              <a:tr h="400625">
                <a:tc>
                  <a:txBody>
                    <a:bodyPr/>
                    <a:lstStyle/>
                    <a:p>
                      <a:pPr marL="0" lvl="0" indent="0" algn="l" rtl="0">
                        <a:spcBef>
                          <a:spcPts val="0"/>
                        </a:spcBef>
                        <a:spcAft>
                          <a:spcPts val="0"/>
                        </a:spcAft>
                        <a:buNone/>
                      </a:pPr>
                      <a:r>
                        <a:rPr lang="en" sz="1300" b="1">
                          <a:solidFill>
                            <a:schemeClr val="lt1"/>
                          </a:solidFill>
                        </a:rPr>
                        <a:t>VARIETY</a:t>
                      </a:r>
                      <a:endParaRPr sz="1300" b="1">
                        <a:solidFill>
                          <a:schemeClr val="lt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dk1"/>
                    </a:solidFill>
                  </a:tcPr>
                </a:tc>
                <a:tc>
                  <a:txBody>
                    <a:bodyPr/>
                    <a:lstStyle/>
                    <a:p>
                      <a:pPr marL="0" lvl="0" indent="0" algn="l" rtl="0">
                        <a:spcBef>
                          <a:spcPts val="0"/>
                        </a:spcBef>
                        <a:spcAft>
                          <a:spcPts val="0"/>
                        </a:spcAft>
                        <a:buNone/>
                      </a:pPr>
                      <a:r>
                        <a:rPr lang="en" sz="1300" b="1">
                          <a:solidFill>
                            <a:schemeClr val="lt1"/>
                          </a:solidFill>
                        </a:rPr>
                        <a:t>RESIDUAL</a:t>
                      </a:r>
                      <a:endParaRPr sz="1300" b="1">
                        <a:solidFill>
                          <a:schemeClr val="lt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r h="400625">
                <a:tc>
                  <a:txBody>
                    <a:bodyPr/>
                    <a:lstStyle/>
                    <a:p>
                      <a:pPr marL="0" lvl="0" indent="0" algn="l" rtl="0">
                        <a:spcBef>
                          <a:spcPts val="0"/>
                        </a:spcBef>
                        <a:spcAft>
                          <a:spcPts val="0"/>
                        </a:spcAft>
                        <a:buNone/>
                      </a:pPr>
                      <a:r>
                        <a:rPr lang="en" sz="1300"/>
                        <a:t>Cadenza</a:t>
                      </a:r>
                      <a:endParaRPr sz="13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sz="1300"/>
                        <a:t>0.262002</a:t>
                      </a:r>
                      <a:endParaRPr sz="13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dk2"/>
                    </a:solidFill>
                  </a:tcPr>
                </a:tc>
                <a:extLst>
                  <a:ext uri="{0D108BD9-81ED-4DB2-BD59-A6C34878D82A}">
                    <a16:rowId xmlns:a16="http://schemas.microsoft.com/office/drawing/2014/main" val="10001"/>
                  </a:ext>
                </a:extLst>
              </a:tr>
              <a:tr h="400625">
                <a:tc>
                  <a:txBody>
                    <a:bodyPr/>
                    <a:lstStyle/>
                    <a:p>
                      <a:pPr marL="0" lvl="0" indent="0" algn="l" rtl="0">
                        <a:spcBef>
                          <a:spcPts val="0"/>
                        </a:spcBef>
                        <a:spcAft>
                          <a:spcPts val="0"/>
                        </a:spcAft>
                        <a:buNone/>
                      </a:pPr>
                      <a:r>
                        <a:rPr lang="en" sz="1300"/>
                        <a:t>Hereward</a:t>
                      </a:r>
                      <a:endParaRPr sz="13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sz="1300"/>
                        <a:t>-1.124031</a:t>
                      </a:r>
                      <a:endParaRPr sz="13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dk2"/>
                    </a:solidFill>
                  </a:tcPr>
                </a:tc>
                <a:extLst>
                  <a:ext uri="{0D108BD9-81ED-4DB2-BD59-A6C34878D82A}">
                    <a16:rowId xmlns:a16="http://schemas.microsoft.com/office/drawing/2014/main" val="10002"/>
                  </a:ext>
                </a:extLst>
              </a:tr>
              <a:tr h="400625">
                <a:tc>
                  <a:txBody>
                    <a:bodyPr/>
                    <a:lstStyle/>
                    <a:p>
                      <a:pPr marL="0" lvl="0" indent="0" algn="l" rtl="0">
                        <a:spcBef>
                          <a:spcPts val="0"/>
                        </a:spcBef>
                        <a:spcAft>
                          <a:spcPts val="0"/>
                        </a:spcAft>
                        <a:buNone/>
                      </a:pPr>
                      <a:r>
                        <a:rPr lang="en" sz="1300"/>
                        <a:t>Barley</a:t>
                      </a:r>
                      <a:endParaRPr sz="13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sz="1300"/>
                        <a:t>0.000091</a:t>
                      </a:r>
                      <a:endParaRPr sz="13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dk2"/>
                    </a:solidFill>
                  </a:tcPr>
                </a:tc>
                <a:extLst>
                  <a:ext uri="{0D108BD9-81ED-4DB2-BD59-A6C34878D82A}">
                    <a16:rowId xmlns:a16="http://schemas.microsoft.com/office/drawing/2014/main" val="10003"/>
                  </a:ext>
                </a:extLst>
              </a:tr>
              <a:tr h="400625">
                <a:tc>
                  <a:txBody>
                    <a:bodyPr/>
                    <a:lstStyle/>
                    <a:p>
                      <a:pPr marL="0" lvl="0" indent="0" algn="l" rtl="0">
                        <a:spcBef>
                          <a:spcPts val="0"/>
                        </a:spcBef>
                        <a:spcAft>
                          <a:spcPts val="0"/>
                        </a:spcAft>
                        <a:buNone/>
                      </a:pPr>
                      <a:r>
                        <a:rPr lang="en" sz="1300"/>
                        <a:t>Duxford</a:t>
                      </a:r>
                      <a:endParaRPr sz="13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sz="1300"/>
                        <a:t>0.691340</a:t>
                      </a:r>
                      <a:endParaRPr sz="13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dk2"/>
                    </a:solidFill>
                  </a:tcPr>
                </a:tc>
                <a:extLst>
                  <a:ext uri="{0D108BD9-81ED-4DB2-BD59-A6C34878D82A}">
                    <a16:rowId xmlns:a16="http://schemas.microsoft.com/office/drawing/2014/main" val="10004"/>
                  </a:ext>
                </a:extLst>
              </a:tr>
              <a:tr h="400625">
                <a:tc>
                  <a:txBody>
                    <a:bodyPr/>
                    <a:lstStyle/>
                    <a:p>
                      <a:pPr marL="0" lvl="0" indent="0" algn="l" rtl="0">
                        <a:spcBef>
                          <a:spcPts val="0"/>
                        </a:spcBef>
                        <a:spcAft>
                          <a:spcPts val="0"/>
                        </a:spcAft>
                        <a:buNone/>
                      </a:pPr>
                      <a:r>
                        <a:rPr lang="en" sz="1300"/>
                        <a:t>Hereford</a:t>
                      </a:r>
                      <a:endParaRPr sz="13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sz="1300"/>
                        <a:t>0.807812</a:t>
                      </a:r>
                      <a:endParaRPr sz="13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dk2"/>
                    </a:solidFill>
                  </a:tcPr>
                </a:tc>
                <a:extLst>
                  <a:ext uri="{0D108BD9-81ED-4DB2-BD59-A6C34878D82A}">
                    <a16:rowId xmlns:a16="http://schemas.microsoft.com/office/drawing/2014/main" val="10005"/>
                  </a:ext>
                </a:extLst>
              </a:tr>
              <a:tr h="400625">
                <a:tc>
                  <a:txBody>
                    <a:bodyPr/>
                    <a:lstStyle/>
                    <a:p>
                      <a:pPr marL="0" lvl="0" indent="0" algn="l" rtl="0">
                        <a:spcBef>
                          <a:spcPts val="0"/>
                        </a:spcBef>
                        <a:spcAft>
                          <a:spcPts val="0"/>
                        </a:spcAft>
                        <a:buNone/>
                      </a:pPr>
                      <a:r>
                        <a:rPr lang="en" sz="1300"/>
                        <a:t>Xi19</a:t>
                      </a:r>
                      <a:endParaRPr sz="13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sz="1300"/>
                        <a:t>-0.589293</a:t>
                      </a:r>
                      <a:endParaRPr sz="13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dk2"/>
                    </a:solidFill>
                  </a:tcPr>
                </a:tc>
                <a:extLst>
                  <a:ext uri="{0D108BD9-81ED-4DB2-BD59-A6C34878D82A}">
                    <a16:rowId xmlns:a16="http://schemas.microsoft.com/office/drawing/2014/main" val="10006"/>
                  </a:ext>
                </a:extLst>
              </a:tr>
            </a:tbl>
          </a:graphicData>
        </a:graphic>
      </p:graphicFrame>
      <p:sp>
        <p:nvSpPr>
          <p:cNvPr id="4620" name="Google Shape;4620;p318"/>
          <p:cNvSpPr txBox="1"/>
          <p:nvPr/>
        </p:nvSpPr>
        <p:spPr>
          <a:xfrm>
            <a:off x="4651375" y="1104450"/>
            <a:ext cx="3628500" cy="102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Spinnaker"/>
                <a:ea typeface="Spinnaker"/>
                <a:cs typeface="Spinnaker"/>
                <a:sym typeface="Spinnaker"/>
              </a:rPr>
              <a:t>On average, yield loss takes greatest effect mid-infection range, but doesn’t experience any further significant loss with increasing root infection</a:t>
            </a:r>
            <a:endParaRPr>
              <a:solidFill>
                <a:schemeClr val="dk1"/>
              </a:solidFill>
              <a:latin typeface="Spinnaker"/>
              <a:ea typeface="Spinnaker"/>
              <a:cs typeface="Spinnaker"/>
              <a:sym typeface="Spinnake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624"/>
        <p:cNvGrpSpPr/>
        <p:nvPr/>
      </p:nvGrpSpPr>
      <p:grpSpPr>
        <a:xfrm>
          <a:off x="0" y="0"/>
          <a:ext cx="0" cy="0"/>
          <a:chOff x="0" y="0"/>
          <a:chExt cx="0" cy="0"/>
        </a:xfrm>
      </p:grpSpPr>
      <p:sp>
        <p:nvSpPr>
          <p:cNvPr id="4625" name="Google Shape;4625;p319"/>
          <p:cNvSpPr txBox="1">
            <a:spLocks noGrp="1"/>
          </p:cNvSpPr>
          <p:nvPr>
            <p:ph type="title"/>
          </p:nvPr>
        </p:nvSpPr>
        <p:spPr>
          <a:xfrm>
            <a:off x="720000" y="39387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Environmental Influence</a:t>
            </a:r>
            <a:endParaRPr/>
          </a:p>
        </p:txBody>
      </p:sp>
      <p:sp>
        <p:nvSpPr>
          <p:cNvPr id="4626" name="Google Shape;4626;p319"/>
          <p:cNvSpPr/>
          <p:nvPr/>
        </p:nvSpPr>
        <p:spPr>
          <a:xfrm>
            <a:off x="417775" y="3689225"/>
            <a:ext cx="3657600" cy="1324500"/>
          </a:xfrm>
          <a:prstGeom prst="roundRect">
            <a:avLst>
              <a:gd name="adj" fmla="val 16667"/>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300">
                <a:latin typeface="Spinnaker"/>
                <a:ea typeface="Spinnaker"/>
                <a:cs typeface="Spinnaker"/>
                <a:sym typeface="Spinnaker"/>
              </a:rPr>
              <a:t>Correlations between environmental features and take all severity. Measured by aggregating feature sums by 2016-2019 and Weeks 1-35. Rainfall is sliding window dataset.</a:t>
            </a:r>
            <a:endParaRPr>
              <a:latin typeface="Spinnaker"/>
              <a:ea typeface="Spinnaker"/>
              <a:cs typeface="Spinnaker"/>
              <a:sym typeface="Spinnaker"/>
            </a:endParaRPr>
          </a:p>
        </p:txBody>
      </p:sp>
      <p:pic>
        <p:nvPicPr>
          <p:cNvPr id="4627" name="Google Shape;4627;p319"/>
          <p:cNvPicPr preferRelativeResize="0"/>
          <p:nvPr/>
        </p:nvPicPr>
        <p:blipFill rotWithShape="1">
          <a:blip r:embed="rId3">
            <a:alphaModFix/>
          </a:blip>
          <a:srcRect l="-2120" t="-4170" r="2119" b="4170"/>
          <a:stretch/>
        </p:blipFill>
        <p:spPr>
          <a:xfrm>
            <a:off x="479300" y="1031463"/>
            <a:ext cx="3534550" cy="2592875"/>
          </a:xfrm>
          <a:prstGeom prst="rect">
            <a:avLst/>
          </a:prstGeom>
          <a:noFill/>
          <a:ln>
            <a:noFill/>
          </a:ln>
        </p:spPr>
      </p:pic>
      <p:sp>
        <p:nvSpPr>
          <p:cNvPr id="4628" name="Google Shape;4628;p319"/>
          <p:cNvSpPr/>
          <p:nvPr/>
        </p:nvSpPr>
        <p:spPr>
          <a:xfrm>
            <a:off x="4381225" y="3689225"/>
            <a:ext cx="4693800" cy="1247100"/>
          </a:xfrm>
          <a:prstGeom prst="roundRect">
            <a:avLst>
              <a:gd name="adj" fmla="val 16667"/>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Spinnaker"/>
                <a:ea typeface="Spinnaker"/>
                <a:cs typeface="Spinnaker"/>
                <a:sym typeface="Spinnaker"/>
              </a:rPr>
              <a:t>Correlation map for 2016-2020 between selected weekly averaged features and averaged root infected percentage. </a:t>
            </a:r>
            <a:endParaRPr>
              <a:latin typeface="Spinnaker"/>
              <a:ea typeface="Spinnaker"/>
              <a:cs typeface="Spinnaker"/>
              <a:sym typeface="Spinnaker"/>
            </a:endParaRPr>
          </a:p>
          <a:p>
            <a:pPr marL="0" lvl="0" indent="0" algn="l" rtl="0">
              <a:spcBef>
                <a:spcPts val="0"/>
              </a:spcBef>
              <a:spcAft>
                <a:spcPts val="0"/>
              </a:spcAft>
              <a:buNone/>
            </a:pPr>
            <a:r>
              <a:rPr lang="en">
                <a:latin typeface="Spinnaker"/>
                <a:ea typeface="Spinnaker"/>
                <a:cs typeface="Spinnaker"/>
                <a:sym typeface="Spinnaker"/>
              </a:rPr>
              <a:t>Example: Weeks 14-19 for Barley. </a:t>
            </a:r>
            <a:endParaRPr>
              <a:latin typeface="Spinnaker"/>
              <a:ea typeface="Spinnaker"/>
              <a:cs typeface="Spinnaker"/>
              <a:sym typeface="Spinnaker"/>
            </a:endParaRPr>
          </a:p>
        </p:txBody>
      </p:sp>
      <p:sp>
        <p:nvSpPr>
          <p:cNvPr id="4629" name="Google Shape;4629;p319"/>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10</a:t>
            </a:fld>
            <a:endParaRPr/>
          </a:p>
        </p:txBody>
      </p:sp>
      <p:pic>
        <p:nvPicPr>
          <p:cNvPr id="4630" name="Google Shape;4630;p319"/>
          <p:cNvPicPr preferRelativeResize="0"/>
          <p:nvPr/>
        </p:nvPicPr>
        <p:blipFill>
          <a:blip r:embed="rId4">
            <a:alphaModFix/>
          </a:blip>
          <a:stretch>
            <a:fillRect/>
          </a:stretch>
        </p:blipFill>
        <p:spPr>
          <a:xfrm>
            <a:off x="4166250" y="1118975"/>
            <a:ext cx="4754291" cy="24178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634"/>
        <p:cNvGrpSpPr/>
        <p:nvPr/>
      </p:nvGrpSpPr>
      <p:grpSpPr>
        <a:xfrm>
          <a:off x="0" y="0"/>
          <a:ext cx="0" cy="0"/>
          <a:chOff x="0" y="0"/>
          <a:chExt cx="0" cy="0"/>
        </a:xfrm>
      </p:grpSpPr>
      <p:sp>
        <p:nvSpPr>
          <p:cNvPr id="4635" name="Google Shape;4635;p320"/>
          <p:cNvSpPr txBox="1">
            <a:spLocks noGrp="1"/>
          </p:cNvSpPr>
          <p:nvPr>
            <p:ph type="title"/>
          </p:nvPr>
        </p:nvSpPr>
        <p:spPr>
          <a:xfrm>
            <a:off x="720000" y="30047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Environmental - Regression </a:t>
            </a:r>
            <a:endParaRPr/>
          </a:p>
        </p:txBody>
      </p:sp>
      <p:graphicFrame>
        <p:nvGraphicFramePr>
          <p:cNvPr id="4636" name="Google Shape;4636;p320"/>
          <p:cNvGraphicFramePr/>
          <p:nvPr/>
        </p:nvGraphicFramePr>
        <p:xfrm>
          <a:off x="375450" y="1413588"/>
          <a:ext cx="3987350" cy="1584840"/>
        </p:xfrm>
        <a:graphic>
          <a:graphicData uri="http://schemas.openxmlformats.org/drawingml/2006/table">
            <a:tbl>
              <a:tblPr>
                <a:noFill/>
                <a:tableStyleId>{57BE00EA-FF9C-4525-83ED-70FDE4E5B2CA}</a:tableStyleId>
              </a:tblPr>
              <a:tblGrid>
                <a:gridCol w="1993675">
                  <a:extLst>
                    <a:ext uri="{9D8B030D-6E8A-4147-A177-3AD203B41FA5}">
                      <a16:colId xmlns:a16="http://schemas.microsoft.com/office/drawing/2014/main" val="20000"/>
                    </a:ext>
                  </a:extLst>
                </a:gridCol>
                <a:gridCol w="1993675">
                  <a:extLst>
                    <a:ext uri="{9D8B030D-6E8A-4147-A177-3AD203B41FA5}">
                      <a16:colId xmlns:a16="http://schemas.microsoft.com/office/drawing/2014/main" val="20001"/>
                    </a:ext>
                  </a:extLst>
                </a:gridCol>
              </a:tblGrid>
              <a:tr h="370700">
                <a:tc>
                  <a:txBody>
                    <a:bodyPr/>
                    <a:lstStyle/>
                    <a:p>
                      <a:pPr marL="0" lvl="0" indent="0" algn="l" rtl="0">
                        <a:spcBef>
                          <a:spcPts val="0"/>
                        </a:spcBef>
                        <a:spcAft>
                          <a:spcPts val="0"/>
                        </a:spcAft>
                        <a:buNone/>
                      </a:pPr>
                      <a:r>
                        <a:rPr lang="en" b="1">
                          <a:solidFill>
                            <a:schemeClr val="lt1"/>
                          </a:solidFill>
                        </a:rPr>
                        <a:t>Start Week</a:t>
                      </a:r>
                      <a:endParaRPr b="1">
                        <a:solidFill>
                          <a:schemeClr val="lt1"/>
                        </a:solidFill>
                      </a:endParaRPr>
                    </a:p>
                  </a:txBody>
                  <a:tcPr marL="91425" marR="91425" marT="91425" marB="91425">
                    <a:lnL w="9525" cap="flat" cmpd="sng">
                      <a:solidFill>
                        <a:srgbClr val="060606"/>
                      </a:solidFill>
                      <a:prstDash val="solid"/>
                      <a:round/>
                      <a:headEnd type="none" w="sm" len="sm"/>
                      <a:tailEnd type="none" w="sm" len="sm"/>
                    </a:lnL>
                    <a:lnR w="9525" cap="flat" cmpd="sng">
                      <a:solidFill>
                        <a:srgbClr val="060606"/>
                      </a:solidFill>
                      <a:prstDash val="solid"/>
                      <a:round/>
                      <a:headEnd type="none" w="sm" len="sm"/>
                      <a:tailEnd type="none" w="sm" len="sm"/>
                    </a:lnR>
                    <a:lnT w="9525" cap="flat" cmpd="sng">
                      <a:solidFill>
                        <a:srgbClr val="060606"/>
                      </a:solidFill>
                      <a:prstDash val="solid"/>
                      <a:round/>
                      <a:headEnd type="none" w="sm" len="sm"/>
                      <a:tailEnd type="none" w="sm" len="sm"/>
                    </a:lnT>
                    <a:lnB w="9525" cap="flat" cmpd="sng">
                      <a:solidFill>
                        <a:srgbClr val="060606"/>
                      </a:solidFill>
                      <a:prstDash val="solid"/>
                      <a:round/>
                      <a:headEnd type="none" w="sm" len="sm"/>
                      <a:tailEnd type="none" w="sm" len="sm"/>
                    </a:lnB>
                    <a:solidFill>
                      <a:srgbClr val="C86F1B"/>
                    </a:solidFill>
                  </a:tcPr>
                </a:tc>
                <a:tc>
                  <a:txBody>
                    <a:bodyPr/>
                    <a:lstStyle/>
                    <a:p>
                      <a:pPr marL="0" lvl="0" indent="0" algn="l" rtl="0">
                        <a:spcBef>
                          <a:spcPts val="0"/>
                        </a:spcBef>
                        <a:spcAft>
                          <a:spcPts val="0"/>
                        </a:spcAft>
                        <a:buNone/>
                      </a:pPr>
                      <a:r>
                        <a:rPr lang="en">
                          <a:solidFill>
                            <a:schemeClr val="lt1"/>
                          </a:solidFill>
                        </a:rPr>
                        <a:t>14</a:t>
                      </a:r>
                      <a:endParaRPr>
                        <a:solidFill>
                          <a:schemeClr val="lt1"/>
                        </a:solidFill>
                      </a:endParaRPr>
                    </a:p>
                  </a:txBody>
                  <a:tcPr marL="91425" marR="91425" marT="91425" marB="91425">
                    <a:lnL w="9525" cap="flat" cmpd="sng">
                      <a:solidFill>
                        <a:srgbClr val="060606"/>
                      </a:solidFill>
                      <a:prstDash val="solid"/>
                      <a:round/>
                      <a:headEnd type="none" w="sm" len="sm"/>
                      <a:tailEnd type="none" w="sm" len="sm"/>
                    </a:lnL>
                    <a:lnR w="9525" cap="flat" cmpd="sng">
                      <a:solidFill>
                        <a:srgbClr val="060606"/>
                      </a:solidFill>
                      <a:prstDash val="solid"/>
                      <a:round/>
                      <a:headEnd type="none" w="sm" len="sm"/>
                      <a:tailEnd type="none" w="sm" len="sm"/>
                    </a:lnR>
                    <a:lnT w="9525" cap="flat" cmpd="sng">
                      <a:solidFill>
                        <a:srgbClr val="060606"/>
                      </a:solidFill>
                      <a:prstDash val="solid"/>
                      <a:round/>
                      <a:headEnd type="none" w="sm" len="sm"/>
                      <a:tailEnd type="none" w="sm" len="sm"/>
                    </a:lnT>
                    <a:lnB w="9525" cap="flat" cmpd="sng">
                      <a:solidFill>
                        <a:srgbClr val="060606"/>
                      </a:solidFill>
                      <a:prstDash val="solid"/>
                      <a:round/>
                      <a:headEnd type="none" w="sm" len="sm"/>
                      <a:tailEnd type="none" w="sm" len="sm"/>
                    </a:lnB>
                    <a:solidFill>
                      <a:srgbClr val="C24945"/>
                    </a:solidFill>
                  </a:tcPr>
                </a:tc>
                <a:extLst>
                  <a:ext uri="{0D108BD9-81ED-4DB2-BD59-A6C34878D82A}">
                    <a16:rowId xmlns:a16="http://schemas.microsoft.com/office/drawing/2014/main" val="10000"/>
                  </a:ext>
                </a:extLst>
              </a:tr>
              <a:tr h="370700">
                <a:tc>
                  <a:txBody>
                    <a:bodyPr/>
                    <a:lstStyle/>
                    <a:p>
                      <a:pPr marL="0" lvl="0" indent="0" algn="l" rtl="0">
                        <a:spcBef>
                          <a:spcPts val="0"/>
                        </a:spcBef>
                        <a:spcAft>
                          <a:spcPts val="0"/>
                        </a:spcAft>
                        <a:buNone/>
                      </a:pPr>
                      <a:r>
                        <a:rPr lang="en" b="1">
                          <a:solidFill>
                            <a:schemeClr val="lt1"/>
                          </a:solidFill>
                        </a:rPr>
                        <a:t>End Week</a:t>
                      </a:r>
                      <a:endParaRPr b="1">
                        <a:solidFill>
                          <a:schemeClr val="lt1"/>
                        </a:solidFill>
                      </a:endParaRPr>
                    </a:p>
                  </a:txBody>
                  <a:tcPr marL="91425" marR="91425" marT="91425" marB="91425">
                    <a:lnL w="9525" cap="flat" cmpd="sng">
                      <a:solidFill>
                        <a:srgbClr val="060606"/>
                      </a:solidFill>
                      <a:prstDash val="solid"/>
                      <a:round/>
                      <a:headEnd type="none" w="sm" len="sm"/>
                      <a:tailEnd type="none" w="sm" len="sm"/>
                    </a:lnL>
                    <a:lnR w="9525" cap="flat" cmpd="sng">
                      <a:solidFill>
                        <a:srgbClr val="060606"/>
                      </a:solidFill>
                      <a:prstDash val="solid"/>
                      <a:round/>
                      <a:headEnd type="none" w="sm" len="sm"/>
                      <a:tailEnd type="none" w="sm" len="sm"/>
                    </a:lnR>
                    <a:lnT w="9525" cap="flat" cmpd="sng">
                      <a:solidFill>
                        <a:srgbClr val="060606"/>
                      </a:solidFill>
                      <a:prstDash val="solid"/>
                      <a:round/>
                      <a:headEnd type="none" w="sm" len="sm"/>
                      <a:tailEnd type="none" w="sm" len="sm"/>
                    </a:lnT>
                    <a:lnB w="9525" cap="flat" cmpd="sng">
                      <a:solidFill>
                        <a:srgbClr val="060606"/>
                      </a:solidFill>
                      <a:prstDash val="solid"/>
                      <a:round/>
                      <a:headEnd type="none" w="sm" len="sm"/>
                      <a:tailEnd type="none" w="sm" len="sm"/>
                    </a:lnB>
                    <a:solidFill>
                      <a:srgbClr val="C86F1B"/>
                    </a:solidFill>
                  </a:tcPr>
                </a:tc>
                <a:tc>
                  <a:txBody>
                    <a:bodyPr/>
                    <a:lstStyle/>
                    <a:p>
                      <a:pPr marL="0" lvl="0" indent="0" algn="l" rtl="0">
                        <a:spcBef>
                          <a:spcPts val="0"/>
                        </a:spcBef>
                        <a:spcAft>
                          <a:spcPts val="0"/>
                        </a:spcAft>
                        <a:buNone/>
                      </a:pPr>
                      <a:r>
                        <a:rPr lang="en">
                          <a:solidFill>
                            <a:schemeClr val="lt1"/>
                          </a:solidFill>
                        </a:rPr>
                        <a:t>19</a:t>
                      </a:r>
                      <a:endParaRPr>
                        <a:solidFill>
                          <a:schemeClr val="lt1"/>
                        </a:solidFill>
                      </a:endParaRPr>
                    </a:p>
                  </a:txBody>
                  <a:tcPr marL="91425" marR="91425" marT="91425" marB="91425">
                    <a:lnL w="9525" cap="flat" cmpd="sng">
                      <a:solidFill>
                        <a:srgbClr val="060606"/>
                      </a:solidFill>
                      <a:prstDash val="solid"/>
                      <a:round/>
                      <a:headEnd type="none" w="sm" len="sm"/>
                      <a:tailEnd type="none" w="sm" len="sm"/>
                    </a:lnL>
                    <a:lnR w="9525" cap="flat" cmpd="sng">
                      <a:solidFill>
                        <a:srgbClr val="060606"/>
                      </a:solidFill>
                      <a:prstDash val="solid"/>
                      <a:round/>
                      <a:headEnd type="none" w="sm" len="sm"/>
                      <a:tailEnd type="none" w="sm" len="sm"/>
                    </a:lnR>
                    <a:lnT w="9525" cap="flat" cmpd="sng">
                      <a:solidFill>
                        <a:srgbClr val="060606"/>
                      </a:solidFill>
                      <a:prstDash val="solid"/>
                      <a:round/>
                      <a:headEnd type="none" w="sm" len="sm"/>
                      <a:tailEnd type="none" w="sm" len="sm"/>
                    </a:lnT>
                    <a:lnB w="9525" cap="flat" cmpd="sng">
                      <a:solidFill>
                        <a:srgbClr val="060606"/>
                      </a:solidFill>
                      <a:prstDash val="solid"/>
                      <a:round/>
                      <a:headEnd type="none" w="sm" len="sm"/>
                      <a:tailEnd type="none" w="sm" len="sm"/>
                    </a:lnB>
                    <a:solidFill>
                      <a:srgbClr val="C24945"/>
                    </a:solidFill>
                  </a:tcPr>
                </a:tc>
                <a:extLst>
                  <a:ext uri="{0D108BD9-81ED-4DB2-BD59-A6C34878D82A}">
                    <a16:rowId xmlns:a16="http://schemas.microsoft.com/office/drawing/2014/main" val="10001"/>
                  </a:ext>
                </a:extLst>
              </a:tr>
              <a:tr h="370700">
                <a:tc>
                  <a:txBody>
                    <a:bodyPr/>
                    <a:lstStyle/>
                    <a:p>
                      <a:pPr marL="0" lvl="0" indent="0" algn="l" rtl="0">
                        <a:spcBef>
                          <a:spcPts val="0"/>
                        </a:spcBef>
                        <a:spcAft>
                          <a:spcPts val="0"/>
                        </a:spcAft>
                        <a:buNone/>
                      </a:pPr>
                      <a:r>
                        <a:rPr lang="en" b="1">
                          <a:solidFill>
                            <a:schemeClr val="lt1"/>
                          </a:solidFill>
                        </a:rPr>
                        <a:t>AIC</a:t>
                      </a:r>
                      <a:endParaRPr b="1">
                        <a:solidFill>
                          <a:schemeClr val="lt1"/>
                        </a:solidFill>
                      </a:endParaRPr>
                    </a:p>
                  </a:txBody>
                  <a:tcPr marL="91425" marR="91425" marT="91425" marB="91425">
                    <a:lnL w="9525" cap="flat" cmpd="sng">
                      <a:solidFill>
                        <a:srgbClr val="060606"/>
                      </a:solidFill>
                      <a:prstDash val="solid"/>
                      <a:round/>
                      <a:headEnd type="none" w="sm" len="sm"/>
                      <a:tailEnd type="none" w="sm" len="sm"/>
                    </a:lnL>
                    <a:lnR w="9525" cap="flat" cmpd="sng">
                      <a:solidFill>
                        <a:srgbClr val="060606"/>
                      </a:solidFill>
                      <a:prstDash val="solid"/>
                      <a:round/>
                      <a:headEnd type="none" w="sm" len="sm"/>
                      <a:tailEnd type="none" w="sm" len="sm"/>
                    </a:lnR>
                    <a:lnT w="9525" cap="flat" cmpd="sng">
                      <a:solidFill>
                        <a:srgbClr val="060606"/>
                      </a:solidFill>
                      <a:prstDash val="solid"/>
                      <a:round/>
                      <a:headEnd type="none" w="sm" len="sm"/>
                      <a:tailEnd type="none" w="sm" len="sm"/>
                    </a:lnT>
                    <a:lnB w="9525" cap="flat" cmpd="sng">
                      <a:solidFill>
                        <a:srgbClr val="060606"/>
                      </a:solidFill>
                      <a:prstDash val="solid"/>
                      <a:round/>
                      <a:headEnd type="none" w="sm" len="sm"/>
                      <a:tailEnd type="none" w="sm" len="sm"/>
                    </a:lnB>
                    <a:solidFill>
                      <a:srgbClr val="C86F1B"/>
                    </a:solidFill>
                  </a:tcPr>
                </a:tc>
                <a:tc>
                  <a:txBody>
                    <a:bodyPr/>
                    <a:lstStyle/>
                    <a:p>
                      <a:pPr marL="0" lvl="0" indent="0" algn="l" rtl="0">
                        <a:spcBef>
                          <a:spcPts val="0"/>
                        </a:spcBef>
                        <a:spcAft>
                          <a:spcPts val="0"/>
                        </a:spcAft>
                        <a:buNone/>
                      </a:pPr>
                      <a:r>
                        <a:rPr lang="en">
                          <a:solidFill>
                            <a:schemeClr val="lt1"/>
                          </a:solidFill>
                        </a:rPr>
                        <a:t>-64.187795</a:t>
                      </a:r>
                      <a:endParaRPr>
                        <a:solidFill>
                          <a:schemeClr val="lt1"/>
                        </a:solidFill>
                      </a:endParaRPr>
                    </a:p>
                  </a:txBody>
                  <a:tcPr marL="91425" marR="91425" marT="91425" marB="91425">
                    <a:lnL w="9525" cap="flat" cmpd="sng">
                      <a:solidFill>
                        <a:srgbClr val="060606"/>
                      </a:solidFill>
                      <a:prstDash val="solid"/>
                      <a:round/>
                      <a:headEnd type="none" w="sm" len="sm"/>
                      <a:tailEnd type="none" w="sm" len="sm"/>
                    </a:lnL>
                    <a:lnR w="9525" cap="flat" cmpd="sng">
                      <a:solidFill>
                        <a:srgbClr val="060606"/>
                      </a:solidFill>
                      <a:prstDash val="solid"/>
                      <a:round/>
                      <a:headEnd type="none" w="sm" len="sm"/>
                      <a:tailEnd type="none" w="sm" len="sm"/>
                    </a:lnR>
                    <a:lnT w="9525" cap="flat" cmpd="sng">
                      <a:solidFill>
                        <a:srgbClr val="060606"/>
                      </a:solidFill>
                      <a:prstDash val="solid"/>
                      <a:round/>
                      <a:headEnd type="none" w="sm" len="sm"/>
                      <a:tailEnd type="none" w="sm" len="sm"/>
                    </a:lnT>
                    <a:lnB w="9525" cap="flat" cmpd="sng">
                      <a:solidFill>
                        <a:srgbClr val="060606"/>
                      </a:solidFill>
                      <a:prstDash val="solid"/>
                      <a:round/>
                      <a:headEnd type="none" w="sm" len="sm"/>
                      <a:tailEnd type="none" w="sm" len="sm"/>
                    </a:lnB>
                    <a:solidFill>
                      <a:srgbClr val="C24945"/>
                    </a:solidFill>
                  </a:tcPr>
                </a:tc>
                <a:extLst>
                  <a:ext uri="{0D108BD9-81ED-4DB2-BD59-A6C34878D82A}">
                    <a16:rowId xmlns:a16="http://schemas.microsoft.com/office/drawing/2014/main" val="10002"/>
                  </a:ext>
                </a:extLst>
              </a:tr>
              <a:tr h="370700">
                <a:tc>
                  <a:txBody>
                    <a:bodyPr/>
                    <a:lstStyle/>
                    <a:p>
                      <a:pPr marL="0" lvl="0" indent="0" algn="l" rtl="0">
                        <a:spcBef>
                          <a:spcPts val="0"/>
                        </a:spcBef>
                        <a:spcAft>
                          <a:spcPts val="0"/>
                        </a:spcAft>
                        <a:buNone/>
                      </a:pPr>
                      <a:r>
                        <a:rPr lang="en" b="1">
                          <a:solidFill>
                            <a:schemeClr val="lt1"/>
                          </a:solidFill>
                        </a:rPr>
                        <a:t>R^2</a:t>
                      </a:r>
                      <a:endParaRPr b="1">
                        <a:solidFill>
                          <a:schemeClr val="lt1"/>
                        </a:solidFill>
                      </a:endParaRPr>
                    </a:p>
                  </a:txBody>
                  <a:tcPr marL="91425" marR="91425" marT="91425" marB="91425">
                    <a:lnL w="9525" cap="flat" cmpd="sng">
                      <a:solidFill>
                        <a:srgbClr val="060606"/>
                      </a:solidFill>
                      <a:prstDash val="solid"/>
                      <a:round/>
                      <a:headEnd type="none" w="sm" len="sm"/>
                      <a:tailEnd type="none" w="sm" len="sm"/>
                    </a:lnL>
                    <a:lnR w="9525" cap="flat" cmpd="sng">
                      <a:solidFill>
                        <a:srgbClr val="060606"/>
                      </a:solidFill>
                      <a:prstDash val="solid"/>
                      <a:round/>
                      <a:headEnd type="none" w="sm" len="sm"/>
                      <a:tailEnd type="none" w="sm" len="sm"/>
                    </a:lnR>
                    <a:lnT w="9525" cap="flat" cmpd="sng">
                      <a:solidFill>
                        <a:srgbClr val="060606"/>
                      </a:solidFill>
                      <a:prstDash val="solid"/>
                      <a:round/>
                      <a:headEnd type="none" w="sm" len="sm"/>
                      <a:tailEnd type="none" w="sm" len="sm"/>
                    </a:lnT>
                    <a:lnB w="9525" cap="flat" cmpd="sng">
                      <a:solidFill>
                        <a:srgbClr val="060606"/>
                      </a:solidFill>
                      <a:prstDash val="solid"/>
                      <a:round/>
                      <a:headEnd type="none" w="sm" len="sm"/>
                      <a:tailEnd type="none" w="sm" len="sm"/>
                    </a:lnB>
                    <a:solidFill>
                      <a:srgbClr val="C86F1B"/>
                    </a:solidFill>
                  </a:tcPr>
                </a:tc>
                <a:tc>
                  <a:txBody>
                    <a:bodyPr/>
                    <a:lstStyle/>
                    <a:p>
                      <a:pPr marL="0" lvl="0" indent="0" algn="l" rtl="0">
                        <a:spcBef>
                          <a:spcPts val="0"/>
                        </a:spcBef>
                        <a:spcAft>
                          <a:spcPts val="0"/>
                        </a:spcAft>
                        <a:buNone/>
                      </a:pPr>
                      <a:r>
                        <a:rPr lang="en">
                          <a:solidFill>
                            <a:schemeClr val="lt1"/>
                          </a:solidFill>
                        </a:rPr>
                        <a:t>0.814244</a:t>
                      </a:r>
                      <a:endParaRPr>
                        <a:solidFill>
                          <a:schemeClr val="lt1"/>
                        </a:solidFill>
                      </a:endParaRPr>
                    </a:p>
                  </a:txBody>
                  <a:tcPr marL="91425" marR="91425" marT="91425" marB="91425">
                    <a:lnL w="9525" cap="flat" cmpd="sng">
                      <a:solidFill>
                        <a:srgbClr val="060606"/>
                      </a:solidFill>
                      <a:prstDash val="solid"/>
                      <a:round/>
                      <a:headEnd type="none" w="sm" len="sm"/>
                      <a:tailEnd type="none" w="sm" len="sm"/>
                    </a:lnL>
                    <a:lnR w="9525" cap="flat" cmpd="sng">
                      <a:solidFill>
                        <a:srgbClr val="060606"/>
                      </a:solidFill>
                      <a:prstDash val="solid"/>
                      <a:round/>
                      <a:headEnd type="none" w="sm" len="sm"/>
                      <a:tailEnd type="none" w="sm" len="sm"/>
                    </a:lnR>
                    <a:lnT w="9525" cap="flat" cmpd="sng">
                      <a:solidFill>
                        <a:srgbClr val="060606"/>
                      </a:solidFill>
                      <a:prstDash val="solid"/>
                      <a:round/>
                      <a:headEnd type="none" w="sm" len="sm"/>
                      <a:tailEnd type="none" w="sm" len="sm"/>
                    </a:lnT>
                    <a:lnB w="9525" cap="flat" cmpd="sng">
                      <a:solidFill>
                        <a:srgbClr val="060606"/>
                      </a:solidFill>
                      <a:prstDash val="solid"/>
                      <a:round/>
                      <a:headEnd type="none" w="sm" len="sm"/>
                      <a:tailEnd type="none" w="sm" len="sm"/>
                    </a:lnB>
                    <a:solidFill>
                      <a:srgbClr val="C24945"/>
                    </a:solidFill>
                  </a:tcPr>
                </a:tc>
                <a:extLst>
                  <a:ext uri="{0D108BD9-81ED-4DB2-BD59-A6C34878D82A}">
                    <a16:rowId xmlns:a16="http://schemas.microsoft.com/office/drawing/2014/main" val="10003"/>
                  </a:ext>
                </a:extLst>
              </a:tr>
            </a:tbl>
          </a:graphicData>
        </a:graphic>
      </p:graphicFrame>
      <p:sp>
        <p:nvSpPr>
          <p:cNvPr id="4637" name="Google Shape;4637;p320"/>
          <p:cNvSpPr txBox="1"/>
          <p:nvPr/>
        </p:nvSpPr>
        <p:spPr>
          <a:xfrm>
            <a:off x="290400" y="1065000"/>
            <a:ext cx="3866700" cy="34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chemeClr val="dk1"/>
                </a:solidFill>
                <a:latin typeface="Spinnaker"/>
                <a:ea typeface="Spinnaker"/>
                <a:cs typeface="Spinnaker"/>
                <a:sym typeface="Spinnaker"/>
              </a:rPr>
              <a:t>RESULTS TABLE: Best 5-Week Interval</a:t>
            </a:r>
            <a:endParaRPr sz="1300" b="1">
              <a:solidFill>
                <a:schemeClr val="dk1"/>
              </a:solidFill>
              <a:latin typeface="Spinnaker"/>
              <a:ea typeface="Spinnaker"/>
              <a:cs typeface="Spinnaker"/>
              <a:sym typeface="Spinnaker"/>
            </a:endParaRPr>
          </a:p>
        </p:txBody>
      </p:sp>
      <p:sp>
        <p:nvSpPr>
          <p:cNvPr id="4638" name="Google Shape;4638;p320"/>
          <p:cNvSpPr/>
          <p:nvPr/>
        </p:nvSpPr>
        <p:spPr>
          <a:xfrm>
            <a:off x="4572000" y="4223050"/>
            <a:ext cx="4408800" cy="572700"/>
          </a:xfrm>
          <a:prstGeom prst="roundRect">
            <a:avLst>
              <a:gd name="adj" fmla="val 16667"/>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solidFill>
                  <a:schemeClr val="dk1"/>
                </a:solidFill>
                <a:latin typeface="Spinnaker"/>
                <a:ea typeface="Spinnaker"/>
                <a:cs typeface="Spinnaker"/>
                <a:sym typeface="Spinnaker"/>
              </a:rPr>
              <a:t>Root_pct ∼ 0.0166(g10t) + 0.0338(rain) + C(variety_type)</a:t>
            </a:r>
            <a:endParaRPr>
              <a:solidFill>
                <a:schemeClr val="dk1"/>
              </a:solidFill>
              <a:latin typeface="Spinnaker"/>
              <a:ea typeface="Spinnaker"/>
              <a:cs typeface="Spinnaker"/>
              <a:sym typeface="Spinnaker"/>
            </a:endParaRPr>
          </a:p>
        </p:txBody>
      </p:sp>
      <p:sp>
        <p:nvSpPr>
          <p:cNvPr id="4639" name="Google Shape;4639;p320"/>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11</a:t>
            </a:fld>
            <a:endParaRPr/>
          </a:p>
        </p:txBody>
      </p:sp>
      <p:pic>
        <p:nvPicPr>
          <p:cNvPr id="4640" name="Google Shape;4640;p320"/>
          <p:cNvPicPr preferRelativeResize="0"/>
          <p:nvPr/>
        </p:nvPicPr>
        <p:blipFill>
          <a:blip r:embed="rId3">
            <a:alphaModFix/>
          </a:blip>
          <a:stretch>
            <a:fillRect/>
          </a:stretch>
        </p:blipFill>
        <p:spPr>
          <a:xfrm>
            <a:off x="121225" y="3185150"/>
            <a:ext cx="4337700" cy="1640725"/>
          </a:xfrm>
          <a:prstGeom prst="rect">
            <a:avLst/>
          </a:prstGeom>
          <a:noFill/>
          <a:ln>
            <a:noFill/>
          </a:ln>
        </p:spPr>
      </p:pic>
      <p:pic>
        <p:nvPicPr>
          <p:cNvPr id="4641" name="Google Shape;4641;p320"/>
          <p:cNvPicPr preferRelativeResize="0"/>
          <p:nvPr/>
        </p:nvPicPr>
        <p:blipFill>
          <a:blip r:embed="rId4">
            <a:alphaModFix/>
          </a:blip>
          <a:stretch>
            <a:fillRect/>
          </a:stretch>
        </p:blipFill>
        <p:spPr>
          <a:xfrm>
            <a:off x="4611325" y="1025575"/>
            <a:ext cx="4071428" cy="30450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645"/>
        <p:cNvGrpSpPr/>
        <p:nvPr/>
      </p:nvGrpSpPr>
      <p:grpSpPr>
        <a:xfrm>
          <a:off x="0" y="0"/>
          <a:ext cx="0" cy="0"/>
          <a:chOff x="0" y="0"/>
          <a:chExt cx="0" cy="0"/>
        </a:xfrm>
      </p:grpSpPr>
      <p:sp>
        <p:nvSpPr>
          <p:cNvPr id="4646" name="Google Shape;4646;p321"/>
          <p:cNvSpPr txBox="1">
            <a:spLocks noGrp="1"/>
          </p:cNvSpPr>
          <p:nvPr>
            <p:ph type="title"/>
          </p:nvPr>
        </p:nvSpPr>
        <p:spPr>
          <a:xfrm>
            <a:off x="753425" y="3113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Summary and Results</a:t>
            </a:r>
            <a:endParaRPr/>
          </a:p>
        </p:txBody>
      </p:sp>
      <p:sp>
        <p:nvSpPr>
          <p:cNvPr id="4647" name="Google Shape;4647;p321"/>
          <p:cNvSpPr txBox="1"/>
          <p:nvPr/>
        </p:nvSpPr>
        <p:spPr>
          <a:xfrm>
            <a:off x="234275" y="1043850"/>
            <a:ext cx="7890300" cy="378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dk1"/>
                </a:solidFill>
                <a:latin typeface="Spinnaker"/>
                <a:ea typeface="Spinnaker"/>
                <a:cs typeface="Spinnaker"/>
                <a:sym typeface="Spinnaker"/>
              </a:rPr>
              <a:t>CLASSIFICATION</a:t>
            </a:r>
            <a:endParaRPr b="1">
              <a:solidFill>
                <a:schemeClr val="dk1"/>
              </a:solidFill>
              <a:latin typeface="Spinnaker"/>
              <a:ea typeface="Spinnaker"/>
              <a:cs typeface="Spinnaker"/>
              <a:sym typeface="Spinnaker"/>
            </a:endParaRPr>
          </a:p>
          <a:p>
            <a:pPr marL="457200" lvl="0" indent="-330200" algn="l" rtl="0">
              <a:spcBef>
                <a:spcPts val="0"/>
              </a:spcBef>
              <a:spcAft>
                <a:spcPts val="0"/>
              </a:spcAft>
              <a:buSzPts val="1600"/>
              <a:buFont typeface="Spinnaker"/>
              <a:buChar char="●"/>
            </a:pPr>
            <a:r>
              <a:rPr lang="en" sz="1600">
                <a:latin typeface="Spinnaker"/>
                <a:ea typeface="Spinnaker"/>
                <a:cs typeface="Spinnaker"/>
                <a:sym typeface="Spinnaker"/>
              </a:rPr>
              <a:t>Across all trial-year combinations, wheat varieties were consistent in the differences in take all severity. Varieties with LOW inoculum build up (Xi19 and Barley) also displayed lower level root infection; MEDIUM/HIGH inoculum (Duxford and Hereford) varieties displayed greater infection intensity.</a:t>
            </a:r>
            <a:endParaRPr sz="1600">
              <a:latin typeface="Spinnaker"/>
              <a:ea typeface="Spinnaker"/>
              <a:cs typeface="Spinnaker"/>
              <a:sym typeface="Spinnaker"/>
            </a:endParaRPr>
          </a:p>
          <a:p>
            <a:pPr marL="457200" lvl="0" indent="0" algn="l" rtl="0">
              <a:spcBef>
                <a:spcPts val="0"/>
              </a:spcBef>
              <a:spcAft>
                <a:spcPts val="0"/>
              </a:spcAft>
              <a:buNone/>
            </a:pPr>
            <a:endParaRPr sz="1600">
              <a:latin typeface="Spinnaker"/>
              <a:ea typeface="Spinnaker"/>
              <a:cs typeface="Spinnaker"/>
              <a:sym typeface="Spinnaker"/>
            </a:endParaRPr>
          </a:p>
          <a:p>
            <a:pPr marL="457200" lvl="0" indent="-330200" algn="l" rtl="0">
              <a:spcBef>
                <a:spcPts val="0"/>
              </a:spcBef>
              <a:spcAft>
                <a:spcPts val="0"/>
              </a:spcAft>
              <a:buSzPts val="1600"/>
              <a:buFont typeface="Spinnaker"/>
              <a:buChar char="●"/>
            </a:pPr>
            <a:r>
              <a:rPr lang="en" sz="1600">
                <a:latin typeface="Spinnaker"/>
                <a:ea typeface="Spinnaker"/>
                <a:cs typeface="Spinnaker"/>
                <a:sym typeface="Spinnaker"/>
              </a:rPr>
              <a:t>Threshold analysis using slope-change along take all root infection -&gt; wheat yield showed that varieties experienced a sharp decline in yield at different intensities. Hereward had the earliest decline at 53% and Duxford had the latest at 66%.</a:t>
            </a:r>
            <a:endParaRPr sz="1600">
              <a:latin typeface="Spinnaker"/>
              <a:ea typeface="Spinnaker"/>
              <a:cs typeface="Spinnaker"/>
              <a:sym typeface="Spinnaker"/>
            </a:endParaRPr>
          </a:p>
          <a:p>
            <a:pPr marL="0" lvl="0" indent="0" algn="l" rtl="0">
              <a:spcBef>
                <a:spcPts val="0"/>
              </a:spcBef>
              <a:spcAft>
                <a:spcPts val="0"/>
              </a:spcAft>
              <a:buNone/>
            </a:pPr>
            <a:endParaRPr sz="1600">
              <a:latin typeface="Spinnaker"/>
              <a:ea typeface="Spinnaker"/>
              <a:cs typeface="Spinnaker"/>
              <a:sym typeface="Spinnaker"/>
            </a:endParaRPr>
          </a:p>
          <a:p>
            <a:pPr marL="457200" lvl="0" indent="-330200" algn="l" rtl="0">
              <a:spcBef>
                <a:spcPts val="0"/>
              </a:spcBef>
              <a:spcAft>
                <a:spcPts val="0"/>
              </a:spcAft>
              <a:buSzPts val="1600"/>
              <a:buFont typeface="Spinnaker"/>
              <a:buChar char="●"/>
            </a:pPr>
            <a:r>
              <a:rPr lang="en" sz="1600">
                <a:latin typeface="Spinnaker"/>
                <a:ea typeface="Spinnaker"/>
                <a:cs typeface="Spinnaker"/>
                <a:sym typeface="Spinnaker"/>
              </a:rPr>
              <a:t>Despite the LOW/HIGH inoculum classification, it appears it isn’t consistent with yield susceptibility to take all. LOW varieties displayed a comparable yield decline correlation to severity as HIGH.</a:t>
            </a:r>
            <a:endParaRPr sz="1600">
              <a:latin typeface="Spinnaker"/>
              <a:ea typeface="Spinnaker"/>
              <a:cs typeface="Spinnaker"/>
              <a:sym typeface="Spinnaker"/>
            </a:endParaRPr>
          </a:p>
        </p:txBody>
      </p:sp>
      <p:sp>
        <p:nvSpPr>
          <p:cNvPr id="4648" name="Google Shape;4648;p321"/>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652"/>
        <p:cNvGrpSpPr/>
        <p:nvPr/>
      </p:nvGrpSpPr>
      <p:grpSpPr>
        <a:xfrm>
          <a:off x="0" y="0"/>
          <a:ext cx="0" cy="0"/>
          <a:chOff x="0" y="0"/>
          <a:chExt cx="0" cy="0"/>
        </a:xfrm>
      </p:grpSpPr>
      <p:sp>
        <p:nvSpPr>
          <p:cNvPr id="4653" name="Google Shape;4653;p322"/>
          <p:cNvSpPr txBox="1">
            <a:spLocks noGrp="1"/>
          </p:cNvSpPr>
          <p:nvPr>
            <p:ph type="title"/>
          </p:nvPr>
        </p:nvSpPr>
        <p:spPr>
          <a:xfrm>
            <a:off x="753425" y="3113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Summary and Results</a:t>
            </a:r>
            <a:endParaRPr/>
          </a:p>
        </p:txBody>
      </p:sp>
      <p:sp>
        <p:nvSpPr>
          <p:cNvPr id="4654" name="Google Shape;4654;p322"/>
          <p:cNvSpPr txBox="1"/>
          <p:nvPr/>
        </p:nvSpPr>
        <p:spPr>
          <a:xfrm>
            <a:off x="234275" y="1150725"/>
            <a:ext cx="7890300" cy="380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dk1"/>
                </a:solidFill>
                <a:latin typeface="Spinnaker"/>
                <a:ea typeface="Spinnaker"/>
                <a:cs typeface="Spinnaker"/>
                <a:sym typeface="Spinnaker"/>
              </a:rPr>
              <a:t>ENVIRONMENTAL FEATURES</a:t>
            </a:r>
            <a:endParaRPr b="1">
              <a:solidFill>
                <a:schemeClr val="dk1"/>
              </a:solidFill>
              <a:latin typeface="Spinnaker"/>
              <a:ea typeface="Spinnaker"/>
              <a:cs typeface="Spinnaker"/>
              <a:sym typeface="Spinnaker"/>
            </a:endParaRPr>
          </a:p>
          <a:p>
            <a:pPr marL="457200" lvl="0" indent="-336550" algn="l" rtl="0">
              <a:spcBef>
                <a:spcPts val="0"/>
              </a:spcBef>
              <a:spcAft>
                <a:spcPts val="0"/>
              </a:spcAft>
              <a:buSzPts val="1700"/>
              <a:buFont typeface="Spinnaker"/>
              <a:buChar char="●"/>
            </a:pPr>
            <a:r>
              <a:rPr lang="en" sz="1700">
                <a:latin typeface="Spinnaker"/>
                <a:ea typeface="Spinnaker"/>
                <a:cs typeface="Spinnaker"/>
                <a:sym typeface="Spinnaker"/>
              </a:rPr>
              <a:t>Averaged soil temperature and rainfall displayed the greatest positive correlation on take all root intensity between 2016-2020.</a:t>
            </a:r>
            <a:endParaRPr sz="1700">
              <a:latin typeface="Spinnaker"/>
              <a:ea typeface="Spinnaker"/>
              <a:cs typeface="Spinnaker"/>
              <a:sym typeface="Spinnaker"/>
            </a:endParaRPr>
          </a:p>
          <a:p>
            <a:pPr marL="457200" lvl="0" indent="0" algn="l" rtl="0">
              <a:spcBef>
                <a:spcPts val="0"/>
              </a:spcBef>
              <a:spcAft>
                <a:spcPts val="0"/>
              </a:spcAft>
              <a:buNone/>
            </a:pPr>
            <a:endParaRPr sz="1700">
              <a:latin typeface="Spinnaker"/>
              <a:ea typeface="Spinnaker"/>
              <a:cs typeface="Spinnaker"/>
              <a:sym typeface="Spinnaker"/>
            </a:endParaRPr>
          </a:p>
          <a:p>
            <a:pPr marL="457200" lvl="0" indent="-336550" algn="l" rtl="0">
              <a:spcBef>
                <a:spcPts val="0"/>
              </a:spcBef>
              <a:spcAft>
                <a:spcPts val="0"/>
              </a:spcAft>
              <a:buSzPts val="1700"/>
              <a:buFont typeface="Spinnaker"/>
              <a:buChar char="●"/>
            </a:pPr>
            <a:r>
              <a:rPr lang="en" sz="1700">
                <a:latin typeface="Spinnaker"/>
                <a:ea typeface="Spinnaker"/>
                <a:cs typeface="Spinnaker"/>
                <a:sym typeface="Spinnaker"/>
              </a:rPr>
              <a:t>Mid season windows, like weeks 14-19, show greater correlation between take all intensity and the stated features than early or later weeks. </a:t>
            </a:r>
            <a:endParaRPr sz="1700">
              <a:latin typeface="Spinnaker"/>
              <a:ea typeface="Spinnaker"/>
              <a:cs typeface="Spinnaker"/>
              <a:sym typeface="Spinnaker"/>
            </a:endParaRPr>
          </a:p>
          <a:p>
            <a:pPr marL="914400" lvl="1" indent="-336550" algn="l" rtl="0">
              <a:spcBef>
                <a:spcPts val="0"/>
              </a:spcBef>
              <a:spcAft>
                <a:spcPts val="0"/>
              </a:spcAft>
              <a:buClr>
                <a:srgbClr val="38761D"/>
              </a:buClr>
              <a:buSzPts val="1700"/>
              <a:buFont typeface="Spinnaker"/>
              <a:buChar char="○"/>
            </a:pPr>
            <a:r>
              <a:rPr lang="en" sz="1700">
                <a:solidFill>
                  <a:srgbClr val="38761D"/>
                </a:solidFill>
                <a:latin typeface="Spinnaker"/>
                <a:ea typeface="Spinnaker"/>
                <a:cs typeface="Spinnaker"/>
                <a:sym typeface="Spinnaker"/>
              </a:rPr>
              <a:t>During midseason, root systems are deeply developed with increased surface area. Soil temperatures begin to elevate inoculum leaves its dormant state. Root biomass increases soil aggregation and moisture retention.</a:t>
            </a:r>
            <a:endParaRPr sz="1700">
              <a:solidFill>
                <a:srgbClr val="38761D"/>
              </a:solidFill>
              <a:latin typeface="Spinnaker"/>
              <a:ea typeface="Spinnaker"/>
              <a:cs typeface="Spinnaker"/>
              <a:sym typeface="Spinnaker"/>
            </a:endParaRPr>
          </a:p>
          <a:p>
            <a:pPr marL="914400" lvl="1" indent="-336550" algn="l" rtl="0">
              <a:spcBef>
                <a:spcPts val="0"/>
              </a:spcBef>
              <a:spcAft>
                <a:spcPts val="0"/>
              </a:spcAft>
              <a:buClr>
                <a:srgbClr val="38761D"/>
              </a:buClr>
              <a:buSzPts val="1700"/>
              <a:buFont typeface="Spinnaker"/>
              <a:buChar char="○"/>
            </a:pPr>
            <a:r>
              <a:rPr lang="en" sz="1700">
                <a:solidFill>
                  <a:srgbClr val="38761D"/>
                </a:solidFill>
                <a:latin typeface="Spinnaker"/>
                <a:ea typeface="Spinnaker"/>
                <a:cs typeface="Spinnaker"/>
                <a:sym typeface="Spinnaker"/>
              </a:rPr>
              <a:t>Environmental influence declines later season due to infection saturation and reduced root growth, explaining why weekly correlations weaken after week 19.</a:t>
            </a:r>
            <a:endParaRPr sz="1700">
              <a:solidFill>
                <a:srgbClr val="38761D"/>
              </a:solidFill>
              <a:latin typeface="Spinnaker"/>
              <a:ea typeface="Spinnaker"/>
              <a:cs typeface="Spinnaker"/>
              <a:sym typeface="Spinnaker"/>
            </a:endParaRPr>
          </a:p>
          <a:p>
            <a:pPr marL="0" lvl="0" indent="0" algn="l" rtl="0">
              <a:spcBef>
                <a:spcPts val="0"/>
              </a:spcBef>
              <a:spcAft>
                <a:spcPts val="0"/>
              </a:spcAft>
              <a:buNone/>
            </a:pPr>
            <a:endParaRPr b="1">
              <a:solidFill>
                <a:schemeClr val="dk1"/>
              </a:solidFill>
              <a:latin typeface="Spinnaker"/>
              <a:ea typeface="Spinnaker"/>
              <a:cs typeface="Spinnaker"/>
              <a:sym typeface="Spinnaker"/>
            </a:endParaRPr>
          </a:p>
        </p:txBody>
      </p:sp>
      <p:sp>
        <p:nvSpPr>
          <p:cNvPr id="4655" name="Google Shape;4655;p322"/>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659"/>
        <p:cNvGrpSpPr/>
        <p:nvPr/>
      </p:nvGrpSpPr>
      <p:grpSpPr>
        <a:xfrm>
          <a:off x="0" y="0"/>
          <a:ext cx="0" cy="0"/>
          <a:chOff x="0" y="0"/>
          <a:chExt cx="0" cy="0"/>
        </a:xfrm>
      </p:grpSpPr>
      <p:sp>
        <p:nvSpPr>
          <p:cNvPr id="4660" name="Google Shape;4660;p323"/>
          <p:cNvSpPr txBox="1">
            <a:spLocks noGrp="1"/>
          </p:cNvSpPr>
          <p:nvPr>
            <p:ph type="title"/>
          </p:nvPr>
        </p:nvSpPr>
        <p:spPr>
          <a:xfrm>
            <a:off x="720000" y="454293"/>
            <a:ext cx="8000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700" dirty="0"/>
              <a:t>Long-Term Take-All Shiny Dashboard</a:t>
            </a:r>
            <a:endParaRPr sz="2700" dirty="0"/>
          </a:p>
        </p:txBody>
      </p:sp>
      <p:pic>
        <p:nvPicPr>
          <p:cNvPr id="4661" name="Google Shape;4661;p323" title="Screenshot 2025-12-03 at 3.06.58 PM.png"/>
          <p:cNvPicPr preferRelativeResize="0"/>
          <p:nvPr/>
        </p:nvPicPr>
        <p:blipFill rotWithShape="1">
          <a:blip r:embed="rId3">
            <a:alphaModFix/>
          </a:blip>
          <a:srcRect t="1931"/>
          <a:stretch/>
        </p:blipFill>
        <p:spPr>
          <a:xfrm>
            <a:off x="611892" y="1518346"/>
            <a:ext cx="8176409" cy="3424703"/>
          </a:xfrm>
          <a:prstGeom prst="rect">
            <a:avLst/>
          </a:prstGeom>
          <a:noFill/>
          <a:ln w="9525" cap="flat" cmpd="sng">
            <a:solidFill>
              <a:schemeClr val="dk1"/>
            </a:solidFill>
            <a:prstDash val="solid"/>
            <a:round/>
            <a:headEnd type="none" w="sm" len="sm"/>
            <a:tailEnd type="none" w="sm" len="sm"/>
          </a:ln>
        </p:spPr>
      </p:pic>
      <p:sp>
        <p:nvSpPr>
          <p:cNvPr id="4662" name="Google Shape;4662;p323"/>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666"/>
        <p:cNvGrpSpPr/>
        <p:nvPr/>
      </p:nvGrpSpPr>
      <p:grpSpPr>
        <a:xfrm>
          <a:off x="0" y="0"/>
          <a:ext cx="0" cy="0"/>
          <a:chOff x="0" y="0"/>
          <a:chExt cx="0" cy="0"/>
        </a:xfrm>
      </p:grpSpPr>
      <p:sp>
        <p:nvSpPr>
          <p:cNvPr id="4667" name="Google Shape;4667;p324"/>
          <p:cNvSpPr txBox="1">
            <a:spLocks noGrp="1"/>
          </p:cNvSpPr>
          <p:nvPr>
            <p:ph type="title"/>
          </p:nvPr>
        </p:nvSpPr>
        <p:spPr>
          <a:xfrm>
            <a:off x="544025" y="380150"/>
            <a:ext cx="8055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700"/>
              <a:t>Long-Term Take-All Shiny Dashboard</a:t>
            </a:r>
            <a:endParaRPr/>
          </a:p>
          <a:p>
            <a:pPr marL="0" lvl="0" indent="0" algn="l" rtl="0">
              <a:spcBef>
                <a:spcPts val="0"/>
              </a:spcBef>
              <a:spcAft>
                <a:spcPts val="0"/>
              </a:spcAft>
              <a:buNone/>
            </a:pPr>
            <a:endParaRPr sz="1300" b="0">
              <a:latin typeface="Spinnaker"/>
              <a:ea typeface="Spinnaker"/>
              <a:cs typeface="Spinnaker"/>
              <a:sym typeface="Spinnaker"/>
            </a:endParaRPr>
          </a:p>
          <a:p>
            <a:pPr marL="0" lvl="0" indent="0" algn="l" rtl="0">
              <a:spcBef>
                <a:spcPts val="0"/>
              </a:spcBef>
              <a:spcAft>
                <a:spcPts val="0"/>
              </a:spcAft>
              <a:buNone/>
            </a:pPr>
            <a:r>
              <a:rPr lang="en" sz="1800" b="0">
                <a:latin typeface="Spinnaker"/>
                <a:ea typeface="Spinnaker"/>
                <a:cs typeface="Spinnaker"/>
                <a:sym typeface="Spinnaker"/>
              </a:rPr>
              <a:t>Features:</a:t>
            </a:r>
            <a:endParaRPr sz="1800" b="0">
              <a:latin typeface="Spinnaker"/>
              <a:ea typeface="Spinnaker"/>
              <a:cs typeface="Spinnaker"/>
              <a:sym typeface="Spinnaker"/>
            </a:endParaRPr>
          </a:p>
          <a:p>
            <a:pPr marL="457200" lvl="0" indent="-342900" algn="l" rtl="0">
              <a:spcBef>
                <a:spcPts val="0"/>
              </a:spcBef>
              <a:spcAft>
                <a:spcPts val="0"/>
              </a:spcAft>
              <a:buClr>
                <a:schemeClr val="dk1"/>
              </a:buClr>
              <a:buSzPts val="1800"/>
              <a:buFont typeface="Spinnaker"/>
              <a:buChar char="●"/>
            </a:pPr>
            <a:r>
              <a:rPr lang="en" sz="1800" b="0">
                <a:latin typeface="Spinnaker"/>
                <a:ea typeface="Spinnaker"/>
                <a:cs typeface="Spinnaker"/>
                <a:sym typeface="Spinnaker"/>
              </a:rPr>
              <a:t>Accurate plot view of infection/yield</a:t>
            </a:r>
            <a:endParaRPr sz="1800" b="0">
              <a:latin typeface="Spinnaker"/>
              <a:ea typeface="Spinnaker"/>
              <a:cs typeface="Spinnaker"/>
              <a:sym typeface="Spinnaker"/>
            </a:endParaRPr>
          </a:p>
          <a:p>
            <a:pPr marL="457200" lvl="0" indent="-342900" algn="l" rtl="0">
              <a:spcBef>
                <a:spcPts val="0"/>
              </a:spcBef>
              <a:spcAft>
                <a:spcPts val="0"/>
              </a:spcAft>
              <a:buClr>
                <a:schemeClr val="dk1"/>
              </a:buClr>
              <a:buSzPts val="1800"/>
              <a:buFont typeface="Spinnaker"/>
              <a:buChar char="●"/>
            </a:pPr>
            <a:r>
              <a:rPr lang="en" sz="1800" b="0">
                <a:latin typeface="Spinnaker"/>
                <a:ea typeface="Spinnaker"/>
                <a:cs typeface="Spinnaker"/>
                <a:sym typeface="Spinnaker"/>
              </a:rPr>
              <a:t>Graphs on take-all percentage/severity and yield</a:t>
            </a:r>
            <a:endParaRPr sz="1800" b="0">
              <a:latin typeface="Spinnaker"/>
              <a:ea typeface="Spinnaker"/>
              <a:cs typeface="Spinnaker"/>
              <a:sym typeface="Spinnaker"/>
            </a:endParaRPr>
          </a:p>
          <a:p>
            <a:pPr marL="0" lvl="0" indent="0" algn="l" rtl="0">
              <a:spcBef>
                <a:spcPts val="0"/>
              </a:spcBef>
              <a:spcAft>
                <a:spcPts val="0"/>
              </a:spcAft>
              <a:buNone/>
            </a:pPr>
            <a:endParaRPr/>
          </a:p>
        </p:txBody>
      </p:sp>
      <p:sp>
        <p:nvSpPr>
          <p:cNvPr id="4668" name="Google Shape;4668;p324"/>
          <p:cNvSpPr txBox="1"/>
          <p:nvPr/>
        </p:nvSpPr>
        <p:spPr>
          <a:xfrm>
            <a:off x="544013" y="2148375"/>
            <a:ext cx="4298400" cy="114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latin typeface="Spinnaker"/>
                <a:ea typeface="Spinnaker"/>
                <a:cs typeface="Spinnaker"/>
                <a:sym typeface="Spinnaker"/>
              </a:rPr>
              <a:t>Yearly summaries on:</a:t>
            </a:r>
            <a:endParaRPr sz="1800">
              <a:solidFill>
                <a:schemeClr val="dk1"/>
              </a:solidFill>
              <a:latin typeface="Spinnaker"/>
              <a:ea typeface="Spinnaker"/>
              <a:cs typeface="Spinnaker"/>
              <a:sym typeface="Spinnaker"/>
            </a:endParaRPr>
          </a:p>
          <a:p>
            <a:pPr marL="457200" lvl="0" indent="-342900" algn="l" rtl="0">
              <a:spcBef>
                <a:spcPts val="0"/>
              </a:spcBef>
              <a:spcAft>
                <a:spcPts val="0"/>
              </a:spcAft>
              <a:buClr>
                <a:schemeClr val="dk1"/>
              </a:buClr>
              <a:buSzPts val="1800"/>
              <a:buFont typeface="Spinnaker"/>
              <a:buChar char="●"/>
            </a:pPr>
            <a:r>
              <a:rPr lang="en" sz="1800">
                <a:solidFill>
                  <a:schemeClr val="dk1"/>
                </a:solidFill>
                <a:latin typeface="Spinnaker"/>
                <a:ea typeface="Spinnaker"/>
                <a:cs typeface="Spinnaker"/>
                <a:sym typeface="Spinnaker"/>
              </a:rPr>
              <a:t>Best/Worst performing varieties</a:t>
            </a:r>
            <a:endParaRPr sz="1800">
              <a:solidFill>
                <a:schemeClr val="dk1"/>
              </a:solidFill>
              <a:latin typeface="Spinnaker"/>
              <a:ea typeface="Spinnaker"/>
              <a:cs typeface="Spinnaker"/>
              <a:sym typeface="Spinnaker"/>
            </a:endParaRPr>
          </a:p>
          <a:p>
            <a:pPr marL="457200" lvl="0" indent="-342900" algn="l" rtl="0">
              <a:spcBef>
                <a:spcPts val="0"/>
              </a:spcBef>
              <a:spcAft>
                <a:spcPts val="0"/>
              </a:spcAft>
              <a:buClr>
                <a:schemeClr val="dk1"/>
              </a:buClr>
              <a:buSzPts val="1800"/>
              <a:buFont typeface="Spinnaker"/>
              <a:buChar char="●"/>
            </a:pPr>
            <a:r>
              <a:rPr lang="en" sz="1800">
                <a:solidFill>
                  <a:schemeClr val="dk1"/>
                </a:solidFill>
                <a:latin typeface="Spinnaker"/>
                <a:ea typeface="Spinnaker"/>
                <a:cs typeface="Spinnaker"/>
                <a:sym typeface="Spinnaker"/>
              </a:rPr>
              <a:t>Total take-all/yield</a:t>
            </a:r>
            <a:endParaRPr sz="1800">
              <a:solidFill>
                <a:schemeClr val="dk1"/>
              </a:solidFill>
              <a:latin typeface="Spinnaker"/>
              <a:ea typeface="Spinnaker"/>
              <a:cs typeface="Spinnaker"/>
              <a:sym typeface="Spinnaker"/>
            </a:endParaRPr>
          </a:p>
        </p:txBody>
      </p:sp>
      <p:sp>
        <p:nvSpPr>
          <p:cNvPr id="4669" name="Google Shape;4669;p324"/>
          <p:cNvSpPr txBox="1"/>
          <p:nvPr/>
        </p:nvSpPr>
        <p:spPr>
          <a:xfrm>
            <a:off x="5599988" y="2212563"/>
            <a:ext cx="3000000" cy="1015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latin typeface="Spinnaker"/>
                <a:ea typeface="Spinnaker"/>
                <a:cs typeface="Spinnaker"/>
                <a:sym typeface="Spinnaker"/>
              </a:rPr>
              <a:t>Selection on:</a:t>
            </a:r>
            <a:endParaRPr sz="1800">
              <a:solidFill>
                <a:schemeClr val="dk1"/>
              </a:solidFill>
              <a:latin typeface="Spinnaker"/>
              <a:ea typeface="Spinnaker"/>
              <a:cs typeface="Spinnaker"/>
              <a:sym typeface="Spinnaker"/>
            </a:endParaRPr>
          </a:p>
          <a:p>
            <a:pPr marL="457200" lvl="0" indent="-342900" algn="l" rtl="0">
              <a:spcBef>
                <a:spcPts val="0"/>
              </a:spcBef>
              <a:spcAft>
                <a:spcPts val="0"/>
              </a:spcAft>
              <a:buClr>
                <a:schemeClr val="dk1"/>
              </a:buClr>
              <a:buSzPts val="1800"/>
              <a:buFont typeface="Spinnaker"/>
              <a:buChar char="●"/>
            </a:pPr>
            <a:r>
              <a:rPr lang="en" sz="1800">
                <a:solidFill>
                  <a:schemeClr val="dk1"/>
                </a:solidFill>
                <a:latin typeface="Spinnaker"/>
                <a:ea typeface="Spinnaker"/>
                <a:cs typeface="Spinnaker"/>
                <a:sym typeface="Spinnaker"/>
              </a:rPr>
              <a:t>Year</a:t>
            </a:r>
            <a:endParaRPr sz="1800">
              <a:solidFill>
                <a:schemeClr val="dk1"/>
              </a:solidFill>
              <a:latin typeface="Spinnaker"/>
              <a:ea typeface="Spinnaker"/>
              <a:cs typeface="Spinnaker"/>
              <a:sym typeface="Spinnaker"/>
            </a:endParaRPr>
          </a:p>
          <a:p>
            <a:pPr marL="457200" lvl="0" indent="-342900" algn="l" rtl="0">
              <a:spcBef>
                <a:spcPts val="0"/>
              </a:spcBef>
              <a:spcAft>
                <a:spcPts val="0"/>
              </a:spcAft>
              <a:buClr>
                <a:schemeClr val="dk1"/>
              </a:buClr>
              <a:buSzPts val="1800"/>
              <a:buFont typeface="Spinnaker"/>
              <a:buChar char="●"/>
            </a:pPr>
            <a:r>
              <a:rPr lang="en" sz="1800">
                <a:solidFill>
                  <a:schemeClr val="dk1"/>
                </a:solidFill>
                <a:latin typeface="Spinnaker"/>
                <a:ea typeface="Spinnaker"/>
                <a:cs typeface="Spinnaker"/>
                <a:sym typeface="Spinnaker"/>
              </a:rPr>
              <a:t>Wheat Variety</a:t>
            </a:r>
            <a:endParaRPr/>
          </a:p>
        </p:txBody>
      </p:sp>
      <p:sp>
        <p:nvSpPr>
          <p:cNvPr id="4670" name="Google Shape;4670;p324"/>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15</a:t>
            </a:fld>
            <a:endParaRPr/>
          </a:p>
        </p:txBody>
      </p:sp>
      <p:pic>
        <p:nvPicPr>
          <p:cNvPr id="4671" name="Google Shape;4671;p324" title="Screenshot 2025-12-04 at 9.50.03 AM.png"/>
          <p:cNvPicPr preferRelativeResize="0"/>
          <p:nvPr/>
        </p:nvPicPr>
        <p:blipFill rotWithShape="1">
          <a:blip r:embed="rId3">
            <a:alphaModFix/>
          </a:blip>
          <a:srcRect t="7706"/>
          <a:stretch/>
        </p:blipFill>
        <p:spPr>
          <a:xfrm>
            <a:off x="152400" y="3677976"/>
            <a:ext cx="8839199" cy="1015800"/>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675"/>
        <p:cNvGrpSpPr/>
        <p:nvPr/>
      </p:nvGrpSpPr>
      <p:grpSpPr>
        <a:xfrm>
          <a:off x="0" y="0"/>
          <a:ext cx="0" cy="0"/>
          <a:chOff x="0" y="0"/>
          <a:chExt cx="0" cy="0"/>
        </a:xfrm>
      </p:grpSpPr>
      <p:sp>
        <p:nvSpPr>
          <p:cNvPr id="4676" name="Google Shape;4676;p325"/>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16</a:t>
            </a:fld>
            <a:endParaRPr/>
          </a:p>
        </p:txBody>
      </p:sp>
      <p:sp>
        <p:nvSpPr>
          <p:cNvPr id="4677" name="Google Shape;4677;p325"/>
          <p:cNvSpPr txBox="1"/>
          <p:nvPr/>
        </p:nvSpPr>
        <p:spPr>
          <a:xfrm>
            <a:off x="460500" y="1109825"/>
            <a:ext cx="8223000" cy="646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3000" b="1">
                <a:solidFill>
                  <a:schemeClr val="dk1"/>
                </a:solidFill>
                <a:latin typeface="Unbounded"/>
                <a:ea typeface="Unbounded"/>
                <a:cs typeface="Unbounded"/>
                <a:sym typeface="Unbounded"/>
              </a:rPr>
              <a:t>Dashboard Demonstration</a:t>
            </a:r>
            <a:endParaRPr sz="3000" b="1">
              <a:solidFill>
                <a:schemeClr val="dk1"/>
              </a:solidFill>
              <a:latin typeface="Unbounded"/>
              <a:ea typeface="Unbounded"/>
              <a:cs typeface="Unbounded"/>
              <a:sym typeface="Unbounded"/>
            </a:endParaRPr>
          </a:p>
        </p:txBody>
      </p:sp>
      <p:pic>
        <p:nvPicPr>
          <p:cNvPr id="4678" name="Google Shape;4678;p325" title="Screenshot 2025-12-04 at 10.26.03 AM.png"/>
          <p:cNvPicPr preferRelativeResize="0"/>
          <p:nvPr/>
        </p:nvPicPr>
        <p:blipFill>
          <a:blip r:embed="rId3">
            <a:alphaModFix/>
          </a:blip>
          <a:stretch>
            <a:fillRect/>
          </a:stretch>
        </p:blipFill>
        <p:spPr>
          <a:xfrm>
            <a:off x="2088325" y="1879181"/>
            <a:ext cx="4735800" cy="2307768"/>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682"/>
        <p:cNvGrpSpPr/>
        <p:nvPr/>
      </p:nvGrpSpPr>
      <p:grpSpPr>
        <a:xfrm>
          <a:off x="0" y="0"/>
          <a:ext cx="0" cy="0"/>
          <a:chOff x="0" y="0"/>
          <a:chExt cx="0" cy="0"/>
        </a:xfrm>
      </p:grpSpPr>
      <p:sp>
        <p:nvSpPr>
          <p:cNvPr id="4683" name="Google Shape;4683;p326"/>
          <p:cNvSpPr txBox="1">
            <a:spLocks noGrp="1"/>
          </p:cNvSpPr>
          <p:nvPr>
            <p:ph type="title"/>
          </p:nvPr>
        </p:nvSpPr>
        <p:spPr>
          <a:xfrm>
            <a:off x="720000" y="445025"/>
            <a:ext cx="8129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700"/>
              <a:t>Long-Term Take-All Shiny Dashboard</a:t>
            </a:r>
            <a:endParaRPr/>
          </a:p>
          <a:p>
            <a:pPr marL="0" lvl="0" indent="0" algn="l" rtl="0">
              <a:spcBef>
                <a:spcPts val="0"/>
              </a:spcBef>
              <a:spcAft>
                <a:spcPts val="0"/>
              </a:spcAft>
              <a:buNone/>
            </a:pPr>
            <a:endParaRPr/>
          </a:p>
        </p:txBody>
      </p:sp>
      <p:sp>
        <p:nvSpPr>
          <p:cNvPr id="4684" name="Google Shape;4684;p326"/>
          <p:cNvSpPr txBox="1">
            <a:spLocks noGrp="1"/>
          </p:cNvSpPr>
          <p:nvPr>
            <p:ph type="sldNum" idx="12"/>
          </p:nvPr>
        </p:nvSpPr>
        <p:spPr>
          <a:xfrm>
            <a:off x="8463137" y="2004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17</a:t>
            </a:fld>
            <a:endParaRPr/>
          </a:p>
        </p:txBody>
      </p:sp>
      <p:sp>
        <p:nvSpPr>
          <p:cNvPr id="4685" name="Google Shape;4685;p326"/>
          <p:cNvSpPr txBox="1"/>
          <p:nvPr/>
        </p:nvSpPr>
        <p:spPr>
          <a:xfrm>
            <a:off x="389150" y="1348675"/>
            <a:ext cx="4735800" cy="147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dirty="0">
                <a:solidFill>
                  <a:schemeClr val="dk1"/>
                </a:solidFill>
                <a:latin typeface="Spinnaker"/>
                <a:ea typeface="Spinnaker"/>
                <a:cs typeface="Spinnaker"/>
                <a:sym typeface="Spinnaker"/>
              </a:rPr>
              <a:t>Observations:</a:t>
            </a:r>
            <a:endParaRPr sz="2000" dirty="0">
              <a:solidFill>
                <a:schemeClr val="dk1"/>
              </a:solidFill>
              <a:latin typeface="Spinnaker"/>
              <a:ea typeface="Spinnaker"/>
              <a:cs typeface="Spinnaker"/>
              <a:sym typeface="Spinnaker"/>
            </a:endParaRPr>
          </a:p>
          <a:p>
            <a:pPr marL="457200" lvl="0" indent="-355600" algn="l" rtl="0">
              <a:spcBef>
                <a:spcPts val="0"/>
              </a:spcBef>
              <a:spcAft>
                <a:spcPts val="0"/>
              </a:spcAft>
              <a:buClr>
                <a:schemeClr val="dk1"/>
              </a:buClr>
              <a:buSzPts val="2000"/>
              <a:buFont typeface="Spinnaker"/>
              <a:buChar char="●"/>
            </a:pPr>
            <a:r>
              <a:rPr lang="en" sz="2000" dirty="0">
                <a:solidFill>
                  <a:schemeClr val="dk1"/>
                </a:solidFill>
                <a:latin typeface="Spinnaker"/>
                <a:ea typeface="Spinnaker"/>
                <a:cs typeface="Spinnaker"/>
                <a:sym typeface="Spinnaker"/>
              </a:rPr>
              <a:t>Subplot 24 (Hereward) developed immunity in year 1</a:t>
            </a:r>
            <a:endParaRPr sz="2000" dirty="0">
              <a:solidFill>
                <a:schemeClr val="dk1"/>
              </a:solidFill>
              <a:latin typeface="Spinnaker"/>
              <a:ea typeface="Spinnaker"/>
              <a:cs typeface="Spinnaker"/>
              <a:sym typeface="Spinnaker"/>
            </a:endParaRPr>
          </a:p>
          <a:p>
            <a:pPr marL="457200" lvl="0" indent="-355600" algn="l" rtl="0">
              <a:spcBef>
                <a:spcPts val="0"/>
              </a:spcBef>
              <a:spcAft>
                <a:spcPts val="0"/>
              </a:spcAft>
              <a:buClr>
                <a:schemeClr val="dk1"/>
              </a:buClr>
              <a:buSzPts val="2000"/>
              <a:buFont typeface="Spinnaker"/>
              <a:buChar char="●"/>
            </a:pPr>
            <a:r>
              <a:rPr lang="en" sz="2000" dirty="0">
                <a:solidFill>
                  <a:schemeClr val="dk1"/>
                </a:solidFill>
                <a:latin typeface="Spinnaker"/>
                <a:ea typeface="Spinnaker"/>
                <a:cs typeface="Spinnaker"/>
                <a:sym typeface="Spinnaker"/>
              </a:rPr>
              <a:t>Cadenza has strong resistance in year 2</a:t>
            </a:r>
            <a:endParaRPr sz="2000" dirty="0">
              <a:solidFill>
                <a:schemeClr val="dk1"/>
              </a:solidFill>
              <a:latin typeface="Spinnaker"/>
              <a:ea typeface="Spinnaker"/>
              <a:cs typeface="Spinnaker"/>
              <a:sym typeface="Spinnaker"/>
            </a:endParaRPr>
          </a:p>
          <a:p>
            <a:pPr marL="457200" lvl="0" indent="-355600" algn="l" rtl="0">
              <a:spcBef>
                <a:spcPts val="0"/>
              </a:spcBef>
              <a:spcAft>
                <a:spcPts val="0"/>
              </a:spcAft>
              <a:buClr>
                <a:schemeClr val="dk1"/>
              </a:buClr>
              <a:buSzPts val="2000"/>
              <a:buFont typeface="Spinnaker"/>
              <a:buChar char="●"/>
            </a:pPr>
            <a:r>
              <a:rPr lang="en" sz="2000" dirty="0">
                <a:solidFill>
                  <a:schemeClr val="dk1"/>
                </a:solidFill>
                <a:latin typeface="Spinnaker"/>
                <a:ea typeface="Spinnaker"/>
                <a:cs typeface="Spinnaker"/>
                <a:sym typeface="Spinnaker"/>
              </a:rPr>
              <a:t>Cadenza makes the highest recovery in yield</a:t>
            </a:r>
            <a:endParaRPr sz="2000" dirty="0">
              <a:solidFill>
                <a:schemeClr val="dk1"/>
              </a:solidFill>
              <a:latin typeface="Spinnaker"/>
              <a:ea typeface="Spinnaker"/>
              <a:cs typeface="Spinnaker"/>
              <a:sym typeface="Spinnaker"/>
            </a:endParaRPr>
          </a:p>
        </p:txBody>
      </p:sp>
      <p:sp>
        <p:nvSpPr>
          <p:cNvPr id="4686" name="Google Shape;4686;p326"/>
          <p:cNvSpPr txBox="1"/>
          <p:nvPr/>
        </p:nvSpPr>
        <p:spPr>
          <a:xfrm>
            <a:off x="5125037" y="1348675"/>
            <a:ext cx="3886800" cy="1723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dirty="0">
                <a:solidFill>
                  <a:schemeClr val="dk1"/>
                </a:solidFill>
                <a:latin typeface="Spinnaker"/>
                <a:ea typeface="Spinnaker"/>
                <a:cs typeface="Spinnaker"/>
                <a:sym typeface="Spinnaker"/>
              </a:rPr>
              <a:t>Can be expanded to:</a:t>
            </a:r>
            <a:endParaRPr sz="2000" dirty="0">
              <a:solidFill>
                <a:schemeClr val="dk1"/>
              </a:solidFill>
              <a:latin typeface="Spinnaker"/>
              <a:ea typeface="Spinnaker"/>
              <a:cs typeface="Spinnaker"/>
              <a:sym typeface="Spinnaker"/>
            </a:endParaRPr>
          </a:p>
          <a:p>
            <a:pPr marL="457200" lvl="0" indent="-355600" algn="l" rtl="0">
              <a:spcBef>
                <a:spcPts val="0"/>
              </a:spcBef>
              <a:spcAft>
                <a:spcPts val="0"/>
              </a:spcAft>
              <a:buClr>
                <a:schemeClr val="dk1"/>
              </a:buClr>
              <a:buSzPts val="2000"/>
              <a:buFont typeface="Spinnaker"/>
              <a:buChar char="●"/>
            </a:pPr>
            <a:r>
              <a:rPr lang="en" sz="2000" dirty="0">
                <a:solidFill>
                  <a:schemeClr val="dk1"/>
                </a:solidFill>
                <a:latin typeface="Spinnaker"/>
                <a:ea typeface="Spinnaker"/>
                <a:cs typeface="Spinnaker"/>
                <a:sym typeface="Spinnaker"/>
              </a:rPr>
              <a:t>Short-term, including weather data</a:t>
            </a:r>
            <a:endParaRPr sz="2000" dirty="0">
              <a:solidFill>
                <a:schemeClr val="dk1"/>
              </a:solidFill>
              <a:latin typeface="Spinnaker"/>
              <a:ea typeface="Spinnaker"/>
              <a:cs typeface="Spinnaker"/>
              <a:sym typeface="Spinnaker"/>
            </a:endParaRPr>
          </a:p>
          <a:p>
            <a:pPr marL="457200" lvl="0" indent="-355600" algn="l" rtl="0">
              <a:spcBef>
                <a:spcPts val="0"/>
              </a:spcBef>
              <a:spcAft>
                <a:spcPts val="0"/>
              </a:spcAft>
              <a:buClr>
                <a:schemeClr val="dk1"/>
              </a:buClr>
              <a:buSzPts val="2000"/>
              <a:buFont typeface="Spinnaker"/>
              <a:buChar char="●"/>
            </a:pPr>
            <a:r>
              <a:rPr lang="en" sz="2000" dirty="0">
                <a:solidFill>
                  <a:schemeClr val="dk1"/>
                </a:solidFill>
                <a:latin typeface="Spinnaker"/>
                <a:ea typeface="Spinnaker"/>
                <a:cs typeface="Spinnaker"/>
                <a:sym typeface="Spinnaker"/>
              </a:rPr>
              <a:t>Long-term experiments 770, etc.</a:t>
            </a:r>
            <a:endParaRPr sz="2000" dirty="0"/>
          </a:p>
        </p:txBody>
      </p:sp>
      <p:sp>
        <p:nvSpPr>
          <p:cNvPr id="4687" name="Google Shape;4687;p326"/>
          <p:cNvSpPr txBox="1"/>
          <p:nvPr/>
        </p:nvSpPr>
        <p:spPr>
          <a:xfrm>
            <a:off x="1808875" y="769000"/>
            <a:ext cx="5033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1"/>
              </a:solidFill>
              <a:latin typeface="Spinnaker"/>
              <a:ea typeface="Spinnaker"/>
              <a:cs typeface="Spinnaker"/>
              <a:sym typeface="Spinnake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Environmental Health Sciences - Master of Public Health by Slidesgo">
  <a:themeElements>
    <a:clrScheme name="Simple Light">
      <a:dk1>
        <a:srgbClr val="395400"/>
      </a:dk1>
      <a:lt1>
        <a:srgbClr val="FFFDDF"/>
      </a:lt1>
      <a:dk2>
        <a:srgbClr val="DDE799"/>
      </a:dk2>
      <a:lt2>
        <a:srgbClr val="B3BB7B"/>
      </a:lt2>
      <a:accent1>
        <a:srgbClr val="699257"/>
      </a:accent1>
      <a:accent2>
        <a:srgbClr val="F6BB6B"/>
      </a:accent2>
      <a:accent3>
        <a:srgbClr val="FFFFFF"/>
      </a:accent3>
      <a:accent4>
        <a:srgbClr val="FFFFFF"/>
      </a:accent4>
      <a:accent5>
        <a:srgbClr val="FFFFFF"/>
      </a:accent5>
      <a:accent6>
        <a:srgbClr val="FFFFFF"/>
      </a:accent6>
      <a:hlink>
        <a:srgbClr val="3954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Environmental Health Sciences - Master of Public Health by Slidesgo">
  <a:themeElements>
    <a:clrScheme name="Simple Light">
      <a:dk1>
        <a:srgbClr val="395400"/>
      </a:dk1>
      <a:lt1>
        <a:srgbClr val="FFFDDF"/>
      </a:lt1>
      <a:dk2>
        <a:srgbClr val="DDE799"/>
      </a:dk2>
      <a:lt2>
        <a:srgbClr val="B3BB7B"/>
      </a:lt2>
      <a:accent1>
        <a:srgbClr val="699257"/>
      </a:accent1>
      <a:accent2>
        <a:srgbClr val="F6BB6B"/>
      </a:accent2>
      <a:accent3>
        <a:srgbClr val="FFFFFF"/>
      </a:accent3>
      <a:accent4>
        <a:srgbClr val="FFFFFF"/>
      </a:accent4>
      <a:accent5>
        <a:srgbClr val="FFFFFF"/>
      </a:accent5>
      <a:accent6>
        <a:srgbClr val="FFFFFF"/>
      </a:accent6>
      <a:hlink>
        <a:srgbClr val="3954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Environmental Health Sciences - Master of Public Health by Slidesgo">
  <a:themeElements>
    <a:clrScheme name="Simple Light">
      <a:dk1>
        <a:srgbClr val="395400"/>
      </a:dk1>
      <a:lt1>
        <a:srgbClr val="FFFDDF"/>
      </a:lt1>
      <a:dk2>
        <a:srgbClr val="DDE799"/>
      </a:dk2>
      <a:lt2>
        <a:srgbClr val="B3BB7B"/>
      </a:lt2>
      <a:accent1>
        <a:srgbClr val="699257"/>
      </a:accent1>
      <a:accent2>
        <a:srgbClr val="F6BB6B"/>
      </a:accent2>
      <a:accent3>
        <a:srgbClr val="FFFFFF"/>
      </a:accent3>
      <a:accent4>
        <a:srgbClr val="FFFFFF"/>
      </a:accent4>
      <a:accent5>
        <a:srgbClr val="FFFFFF"/>
      </a:accent5>
      <a:accent6>
        <a:srgbClr val="FFFFFF"/>
      </a:accent6>
      <a:hlink>
        <a:srgbClr val="3954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Environmental Health Sciences - Master of Public Health by Slidesgo">
  <a:themeElements>
    <a:clrScheme name="Simple Light">
      <a:dk1>
        <a:srgbClr val="395400"/>
      </a:dk1>
      <a:lt1>
        <a:srgbClr val="FFFDDF"/>
      </a:lt1>
      <a:dk2>
        <a:srgbClr val="DDE799"/>
      </a:dk2>
      <a:lt2>
        <a:srgbClr val="B3BB7B"/>
      </a:lt2>
      <a:accent1>
        <a:srgbClr val="699257"/>
      </a:accent1>
      <a:accent2>
        <a:srgbClr val="F6BB6B"/>
      </a:accent2>
      <a:accent3>
        <a:srgbClr val="FFFFFF"/>
      </a:accent3>
      <a:accent4>
        <a:srgbClr val="FFFFFF"/>
      </a:accent4>
      <a:accent5>
        <a:srgbClr val="FFFFFF"/>
      </a:accent5>
      <a:accent6>
        <a:srgbClr val="FFFFFF"/>
      </a:accent6>
      <a:hlink>
        <a:srgbClr val="3954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1042</Words>
  <Application>Microsoft Office PowerPoint</Application>
  <PresentationFormat>On-screen Show (16:9)</PresentationFormat>
  <Paragraphs>177</Paragraphs>
  <Slides>17</Slides>
  <Notes>17</Notes>
  <HiddenSlides>0</HiddenSlides>
  <MMClips>0</MMClips>
  <ScaleCrop>false</ScaleCrop>
  <HeadingPairs>
    <vt:vector size="6" baseType="variant">
      <vt:variant>
        <vt:lpstr>Fonts Used</vt:lpstr>
      </vt:variant>
      <vt:variant>
        <vt:i4>6</vt:i4>
      </vt:variant>
      <vt:variant>
        <vt:lpstr>Theme</vt:lpstr>
      </vt:variant>
      <vt:variant>
        <vt:i4>5</vt:i4>
      </vt:variant>
      <vt:variant>
        <vt:lpstr>Slide Titles</vt:lpstr>
      </vt:variant>
      <vt:variant>
        <vt:i4>17</vt:i4>
      </vt:variant>
    </vt:vector>
  </HeadingPairs>
  <TitlesOfParts>
    <vt:vector size="28" baseType="lpstr">
      <vt:lpstr>Spinnaker</vt:lpstr>
      <vt:lpstr>Unbounded</vt:lpstr>
      <vt:lpstr>Unbounded SemiBold</vt:lpstr>
      <vt:lpstr>Nunito Light</vt:lpstr>
      <vt:lpstr>Arial</vt:lpstr>
      <vt:lpstr>Unbounded ExtraBold</vt:lpstr>
      <vt:lpstr>Simple Light</vt:lpstr>
      <vt:lpstr>Environmental Health Sciences - Master of Public Health by Slidesgo</vt:lpstr>
      <vt:lpstr>Environmental Health Sciences - Master of Public Health by Slidesgo</vt:lpstr>
      <vt:lpstr>Environmental Health Sciences - Master of Public Health by Slidesgo</vt:lpstr>
      <vt:lpstr>Environmental Health Sciences - Master of Public Health by Slidesgo</vt:lpstr>
      <vt:lpstr>760 Series Long-Term Trial</vt:lpstr>
      <vt:lpstr>Modeling Sub Questions</vt:lpstr>
      <vt:lpstr>Modeling Goals</vt:lpstr>
      <vt:lpstr>Data Preparation - Long Term</vt:lpstr>
      <vt:lpstr>Classification Model Process</vt:lpstr>
      <vt:lpstr>SVM Performance</vt:lpstr>
      <vt:lpstr>SVM Model Classification</vt:lpstr>
      <vt:lpstr>Yield Thresholding - Slope</vt:lpstr>
      <vt:lpstr>Yield Thresholding - SVR</vt:lpstr>
      <vt:lpstr>Environmental Influence</vt:lpstr>
      <vt:lpstr>Environmental - Regression </vt:lpstr>
      <vt:lpstr>Summary and Results</vt:lpstr>
      <vt:lpstr>Summary and Results</vt:lpstr>
      <vt:lpstr>Long-Term Take-All Shiny Dashboard</vt:lpstr>
      <vt:lpstr>Long-Term Take-All Shiny Dashboard  Features: Accurate plot view of infection/yield Graphs on take-all percentage/severity and yield </vt:lpstr>
      <vt:lpstr>PowerPoint Presentation</vt:lpstr>
      <vt:lpstr>Long-Term Take-All Shiny Dashboard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Jack Magalsky</cp:lastModifiedBy>
  <cp:revision>2</cp:revision>
  <dcterms:modified xsi:type="dcterms:W3CDTF">2025-12-10T03:10:49Z</dcterms:modified>
</cp:coreProperties>
</file>